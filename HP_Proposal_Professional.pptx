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>
                <a:solidFill>
                  <a:srgbClr val="004279"/>
                </a:solidFill>
                <a:latin typeface="Calibri"/>
              </a:rPr>
              <a:t>Introducing our cutting-edge product, engineered with advanc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787878"/>
                </a:solidFill>
                <a:latin typeface="Calibri"/>
              </a:rPr>
              <a:t>Proposal for: We need 10 laptops for a design team, around ₹1 lakh each, lightweight, 8GB RAM, and good graphics.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Generated by HP AI Sales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279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45720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222222"/>
                </a:solidFill>
                <a:latin typeface="Calibri"/>
              </a:rPr>
              <a:t>Introducing our cutting-edge product, engineered with advanced technology for unmatched performance and intuitive ease</a:t>
            </a:r>
          </a:p>
          <a:p>
            <a:r>
              <a:t>of use. Stand out in the market with its superior durability and energy efficiency, ensuring long-term savings and</a:t>
            </a:r>
          </a:p>
          <a:p>
            <a:r>
              <a:t>reliability. With unparalleled customer support and a competitive warranty, you can trust that you’re making a wise</a:t>
            </a:r>
          </a:p>
          <a:p>
            <a:r>
              <a:t>investment. Elevate your experience and maximize your success with our innovative solution today!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084B4"/>
                </a:solidFill>
                <a:latin typeface="Calibri"/>
              </a:rPr>
              <a:t>Key Highlights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®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j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z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9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®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™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j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&amp;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"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pPr lvl="1"/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Executive Summary • Tailored to customer requirements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4279"/>
                </a:solidFill>
                <a:latin typeface="Calibri"/>
              </a:rPr>
              <a:t>HP ProBook 640 G1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9377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Calibri"/>
              </a:rPr>
              <a:t>Tailored for business. Optimised for Windows 8 Pro. 2 this configurable notebook features a 35.6 cm diagonal display and</a:t>
            </a:r>
          </a:p>
          <a:p>
            <a:r>
              <a:t>UMA or discrete graphics. From the professional design to Intel® technology, you're ready for business.</a:t>
            </a:r>
          </a:p>
        </p:txBody>
      </p:sp>
      <p:pic>
        <p:nvPicPr>
          <p:cNvPr id="4" name="Picture 3" descr="hp catalogue_NA_NA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2261062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411480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84B4"/>
                </a:solidFill>
                <a:latin typeface="Calibri"/>
              </a:rPr>
              <a:t>Selling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HP ProBook 640 G1 • Product Sheet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4279"/>
                </a:solidFill>
                <a:latin typeface="Calibri"/>
              </a:rPr>
              <a:t>HP ProBook 650 G1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9377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Calibri"/>
              </a:rPr>
              <a:t>Tailored for business. Optimised for Windows 8 Pro. 2 this configurable notebook features a 39.6 cm diagonal display and</a:t>
            </a:r>
          </a:p>
          <a:p>
            <a:r>
              <a:t>UMA or discrete graphics. From the professional design to Intel® technology, you're ready for business.</a:t>
            </a:r>
          </a:p>
        </p:txBody>
      </p:sp>
      <p:pic>
        <p:nvPicPr>
          <p:cNvPr id="4" name="Picture 3" descr="hp catalogue_NA_NA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2261062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411480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84B4"/>
                </a:solidFill>
                <a:latin typeface="Calibri"/>
              </a:rPr>
              <a:t>Selling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HP ProBook 650 G1 • Product Sheet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004279"/>
                </a:solidFill>
                <a:latin typeface="Calibri"/>
              </a:rPr>
              <a:t>HP EliteBook 850 G1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49377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222222"/>
                </a:solidFill>
                <a:latin typeface="Calibri"/>
              </a:rPr>
              <a:t>Now employees can hit the road with a travel pro. The HP EliteBook 850 industry leading Ultrabook™ 21 is ultra-</a:t>
            </a:r>
          </a:p>
          <a:p>
            <a:r>
              <a:t>productive in and out of the office. Work with confidence thanks to proven enterprise technologies and enterprise</a:t>
            </a:r>
          </a:p>
          <a:p>
            <a:r>
              <a:t>security, performance and management features.</a:t>
            </a:r>
          </a:p>
        </p:txBody>
      </p:sp>
      <p:pic>
        <p:nvPicPr>
          <p:cNvPr id="4" name="Picture 3" descr="hp catalogue_NA_NA_slid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097280"/>
            <a:ext cx="2261062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4114800"/>
            <a:ext cx="2926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084B4"/>
                </a:solidFill>
                <a:latin typeface="Calibri"/>
              </a:rPr>
              <a:t>Selling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HP EliteBook 850 G1 • Product Sheet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279"/>
                </a:solidFill>
                <a:latin typeface="Calibri"/>
              </a:rPr>
              <a:t>Sales Pitch &amp;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50292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222222"/>
                </a:solidFill>
                <a:latin typeface="Calibri"/>
              </a:rPr>
              <a:t>Introducing our cutting-edge product, engineered with advanced technology for unmatched performance and intuitive ease of use. Stand out in the market with its superior durability and energy efficiency, ensuring long-term savings and reliability. With unparalleled customer support and a competitive warranty, you can trust that you’re making a wise investment. Elevate your experience and maximize your success with our innovative solution today!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0" y="1005840"/>
            <a:ext cx="32918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84B4"/>
                </a:solidFill>
                <a:latin typeface="Calibri"/>
              </a:rPr>
              <a:t>Key Benefits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84B4"/>
                </a:solidFill>
                <a:latin typeface="Calibri"/>
              </a:rPr>
              <a:t>Competitive Advantages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Sales Pitch • Tailored by AI Sales Assistant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279"/>
                </a:solidFill>
                <a:latin typeface="Calibri"/>
              </a:rPr>
              <a:t>Technical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8412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84B4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HP ProBook 640 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HP ProBook 650 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222"/>
                          </a:solidFill>
                          <a:latin typeface="Calibri"/>
                        </a:rPr>
                        <a:t>HP EliteBook 850 G1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Operating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Graphics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Calibri"/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22222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Technical Comparison • Data extracted from product specs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279"/>
                </a:solidFill>
                <a:latin typeface="Calibri"/>
              </a:rPr>
              <a:t>Pricing &amp; Availability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222222"/>
                </a:solidFill>
                <a:latin typeface="Calibri"/>
              </a:rPr>
              <a:t>Contact Sales for best quotation and lead times. Suggested starting points: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HP ProBook 640 G1: Contact Sales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HP ProBook 650 G1: Contact Sales</a:t>
            </a:r>
          </a:p>
          <a:p>
            <a:r>
              <a:rPr sz="1100" b="0">
                <a:solidFill>
                  <a:srgbClr val="222222"/>
                </a:solidFill>
                <a:latin typeface="Calibri"/>
              </a:rPr>
              <a:t>• HP EliteBook 850 G1: Contact Sales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Pricing indicative; contact HP Sales for firm quotation.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004279"/>
                </a:solidFill>
                <a:latin typeface="Calibri"/>
              </a:rPr>
              <a:t>Upsell &amp; Cross-sell Opportunities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22960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$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0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8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(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)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#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/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’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4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/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6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5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3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1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z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2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*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: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-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</a:t>
            </a:r>
            <a:br/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k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,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'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x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v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y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f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d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p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c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o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a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l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g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w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h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b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 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q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u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i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r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m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e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n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t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s</a:t>
            </a:r>
          </a:p>
          <a:p>
            <a:r>
              <a:rPr sz="1200" b="0">
                <a:solidFill>
                  <a:srgbClr val="222222"/>
                </a:solidFill>
                <a:latin typeface="Calibri"/>
              </a:rPr>
              <a:t>•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Suggested bundles to increase deal value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04279"/>
                </a:solidFill>
                <a:latin typeface="Calibri"/>
              </a:rPr>
              <a:t>Next Steps &amp; Call to 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222222"/>
                </a:solidFill>
                <a:latin typeface="Calibri"/>
              </a:rPr>
              <a:t>1) Confirm shortlist and configuration</a:t>
            </a:r>
          </a:p>
          <a:p>
            <a:r>
              <a:t>2) Request formal quote and lead time</a:t>
            </a:r>
          </a:p>
          <a:p>
            <a:r>
              <a:t>3) Schedule an on-site demo or workshop</a:t>
            </a:r>
          </a:p>
          <a:p/>
          <a:p>
            <a:r>
              <a:t>Contact: HP Sales Representative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787878"/>
                </a:solidFill>
                <a:latin typeface="Calibri"/>
              </a:rPr>
              <a:t>Thank you — HP Sales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