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548640"/>
            <a:ext cx="7315200" cy="1097280"/>
          </a:xfrm>
          <a:prstGeom prst="rect">
            <a:avLst/>
          </a:prstGeom>
          <a:noFill/>
        </p:spPr>
        <p:txBody>
          <a:bodyPr wrap="none">
            <a:spAutoFit/>
          </a:bodyPr>
          <a:lstStyle/>
          <a:p>
            <a:pPr algn="l"/>
            <a:r>
              <a:rPr sz="3200" b="1">
                <a:solidFill>
                  <a:srgbClr val="004279"/>
                </a:solidFill>
                <a:latin typeface="Calibri"/>
              </a:rPr>
              <a:t>Introducing our cutting-edge SmartHome Hub, designed to effo</a:t>
            </a:r>
          </a:p>
        </p:txBody>
      </p:sp>
      <p:sp>
        <p:nvSpPr>
          <p:cNvPr id="3" name="TextBox 2"/>
          <p:cNvSpPr txBox="1"/>
          <p:nvPr/>
        </p:nvSpPr>
        <p:spPr>
          <a:xfrm>
            <a:off x="548640" y="1463040"/>
            <a:ext cx="7315200" cy="914400"/>
          </a:xfrm>
          <a:prstGeom prst="rect">
            <a:avLst/>
          </a:prstGeom>
          <a:noFill/>
        </p:spPr>
        <p:txBody>
          <a:bodyPr wrap="none">
            <a:spAutoFit/>
          </a:bodyPr>
          <a:lstStyle/>
          <a:p>
            <a:r>
              <a:rPr sz="1400" b="0">
                <a:solidFill>
                  <a:srgbClr val="787878"/>
                </a:solidFill>
                <a:latin typeface="Calibri"/>
              </a:rPr>
              <a:t>Proposal for: We need 10 laptops for a design team, around ₹1 lakh each, lightweight, 8GB RAM, and good graphics.</a:t>
            </a:r>
          </a:p>
        </p:txBody>
      </p:sp>
      <p:sp>
        <p:nvSpPr>
          <p:cNvPr id="4" name="TextBox 3"/>
          <p:cNvSpPr txBox="1"/>
          <p:nvPr/>
        </p:nvSpPr>
        <p:spPr>
          <a:xfrm>
            <a:off x="548640" y="6400800"/>
            <a:ext cx="8229600" cy="457200"/>
          </a:xfrm>
          <a:prstGeom prst="rect">
            <a:avLst/>
          </a:prstGeom>
          <a:noFill/>
        </p:spPr>
        <p:txBody>
          <a:bodyPr wrap="none">
            <a:spAutoFit/>
          </a:bodyPr>
          <a:lstStyle/>
          <a:p>
            <a:pPr algn="l"/>
            <a:r>
              <a:rPr sz="900" b="0">
                <a:solidFill>
                  <a:srgbClr val="787878"/>
                </a:solidFill>
                <a:latin typeface="Calibri"/>
              </a:rPr>
              <a:t>Generated by HP AI Sales Assistant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548640"/>
            <a:ext cx="7772400" cy="457200"/>
          </a:xfrm>
          <a:prstGeom prst="rect">
            <a:avLst/>
          </a:prstGeom>
          <a:noFill/>
        </p:spPr>
        <p:txBody>
          <a:bodyPr wrap="none">
            <a:spAutoFit/>
          </a:bodyPr>
          <a:lstStyle/>
          <a:p>
            <a:r>
              <a:rPr sz="2000" b="1">
                <a:solidFill>
                  <a:srgbClr val="004279"/>
                </a:solidFill>
                <a:latin typeface="Calibri"/>
              </a:rPr>
              <a:t>Executive Summary</a:t>
            </a:r>
          </a:p>
        </p:txBody>
      </p:sp>
      <p:sp>
        <p:nvSpPr>
          <p:cNvPr id="3" name="TextBox 2"/>
          <p:cNvSpPr txBox="1"/>
          <p:nvPr/>
        </p:nvSpPr>
        <p:spPr>
          <a:xfrm>
            <a:off x="548640" y="1097280"/>
            <a:ext cx="4572000" cy="2926080"/>
          </a:xfrm>
          <a:prstGeom prst="rect">
            <a:avLst/>
          </a:prstGeom>
          <a:noFill/>
        </p:spPr>
        <p:txBody>
          <a:bodyPr wrap="none">
            <a:spAutoFit/>
          </a:bodyPr>
          <a:lstStyle/>
          <a:p>
            <a:r>
              <a:rPr sz="1200" b="0">
                <a:solidFill>
                  <a:srgbClr val="222222"/>
                </a:solidFill>
                <a:latin typeface="Calibri"/>
              </a:rPr>
              <a:t>Introducing our cutting-edge SmartHome Hub, designed to effortlessly integrate all your smart devices with a sleek user-</a:t>
            </a:r>
          </a:p>
          <a:p>
            <a:r>
              <a:t>friendly interface. Featuring advanced AI technology for personalized automation, it stands out from competitors with</a:t>
            </a:r>
          </a:p>
          <a:p>
            <a:r>
              <a:t>unparalleled security features and energy efficiency tracking. Elevate your living experience, save on utility bills,</a:t>
            </a:r>
          </a:p>
          <a:p>
            <a:r>
              <a:t>and enjoy peace of mind knowing your home is smarter and safer than ever. Make the switch today and embrace the future</a:t>
            </a:r>
          </a:p>
          <a:p>
            <a:r>
              <a:t>of home automation!</a:t>
            </a:r>
          </a:p>
        </p:txBody>
      </p:sp>
      <p:sp>
        <p:nvSpPr>
          <p:cNvPr id="4" name="TextBox 3"/>
          <p:cNvSpPr txBox="1"/>
          <p:nvPr/>
        </p:nvSpPr>
        <p:spPr>
          <a:xfrm>
            <a:off x="6217920" y="1097280"/>
            <a:ext cx="2743200" cy="2926080"/>
          </a:xfrm>
          <a:prstGeom prst="rect">
            <a:avLst/>
          </a:prstGeom>
          <a:noFill/>
        </p:spPr>
        <p:txBody>
          <a:bodyPr wrap="none">
            <a:spAutoFit/>
          </a:bodyPr>
          <a:lstStyle/>
          <a:p>
            <a:r>
              <a:rPr sz="1400" b="1">
                <a:solidFill>
                  <a:srgbClr val="0084B4"/>
                </a:solidFill>
                <a:latin typeface="Calibri"/>
              </a:rPr>
              <a:t>Key Highlights</a:t>
            </a:r>
          </a:p>
          <a:p>
            <a:pPr lvl="1"/>
            <a:r>
              <a:rPr sz="1200" b="0">
                <a:solidFill>
                  <a:srgbClr val="222222"/>
                </a:solidFill>
                <a:latin typeface="Calibri"/>
              </a:rPr>
              <a:t>• H</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b</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e</a:t>
            </a:r>
          </a:p>
          <a:p>
            <a:pPr lvl="1"/>
            <a:r>
              <a:rPr sz="1200" b="0">
                <a:solidFill>
                  <a:srgbClr val="222222"/>
                </a:solidFill>
                <a:latin typeface="Calibri"/>
              </a:rPr>
              <a:t>• f</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i</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t</a:t>
            </a:r>
          </a:p>
          <a:p>
            <a:pPr lvl="1"/>
            <a:r>
              <a:rPr sz="1200" b="0">
                <a:solidFill>
                  <a:srgbClr val="222222"/>
                </a:solidFill>
                <a:latin typeface="Calibri"/>
              </a:rPr>
              <a:t>• e</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h</a:t>
            </a:r>
          </a:p>
          <a:p>
            <a:pPr lvl="1"/>
            <a:r>
              <a:rPr sz="1200" b="0">
                <a:solidFill>
                  <a:srgbClr val="222222"/>
                </a:solidFill>
                <a:latin typeface="Calibri"/>
              </a:rPr>
              <a:t>• i</a:t>
            </a:r>
          </a:p>
          <a:p>
            <a:pPr lvl="1"/>
            <a:r>
              <a:rPr sz="1200" b="0">
                <a:solidFill>
                  <a:srgbClr val="222222"/>
                </a:solidFill>
                <a:latin typeface="Calibri"/>
              </a:rPr>
              <a:t>• g</a:t>
            </a:r>
          </a:p>
          <a:p>
            <a:pPr lvl="1"/>
            <a:r>
              <a:rPr sz="1200" b="0">
                <a:solidFill>
                  <a:srgbClr val="222222"/>
                </a:solidFill>
                <a:latin typeface="Calibri"/>
              </a:rPr>
              <a:t>• h</a:t>
            </a:r>
          </a:p>
          <a:p>
            <a:pPr lvl="1"/>
            <a:r>
              <a:rPr sz="1200" b="0">
                <a:solidFill>
                  <a:srgbClr val="222222"/>
                </a:solidFill>
                <a:latin typeface="Calibri"/>
              </a:rPr>
              <a:t>• l</a:t>
            </a:r>
          </a:p>
          <a:p>
            <a:pPr lvl="1"/>
            <a:r>
              <a:rPr sz="1200" b="0">
                <a:solidFill>
                  <a:srgbClr val="222222"/>
                </a:solidFill>
                <a:latin typeface="Calibri"/>
              </a:rPr>
              <a:t>• i</a:t>
            </a:r>
          </a:p>
          <a:p>
            <a:pPr lvl="1"/>
            <a:r>
              <a:rPr sz="1200" b="0">
                <a:solidFill>
                  <a:srgbClr val="222222"/>
                </a:solidFill>
                <a:latin typeface="Calibri"/>
              </a:rPr>
              <a:t>• g</a:t>
            </a:r>
          </a:p>
          <a:p>
            <a:pPr lvl="1"/>
            <a:r>
              <a:rPr sz="1200" b="0">
                <a:solidFill>
                  <a:srgbClr val="222222"/>
                </a:solidFill>
                <a:latin typeface="Calibri"/>
              </a:rPr>
              <a:t>• h</a:t>
            </a:r>
          </a:p>
          <a:p>
            <a:pPr lvl="1"/>
            <a:r>
              <a:rPr sz="1200" b="0">
                <a:solidFill>
                  <a:srgbClr val="222222"/>
                </a:solidFill>
                <a:latin typeface="Calibri"/>
              </a:rPr>
              <a:t>• t</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f</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d</a:t>
            </a:r>
          </a:p>
          <a:p>
            <a:pPr lvl="1"/>
            <a:r>
              <a:rPr sz="1200" b="0">
                <a:solidFill>
                  <a:srgbClr val="222222"/>
                </a:solidFill>
                <a:latin typeface="Calibri"/>
              </a:rPr>
              <a:t>• u</a:t>
            </a:r>
          </a:p>
          <a:p>
            <a:pPr lvl="1"/>
            <a:r>
              <a:rPr sz="1200" b="0">
                <a:solidFill>
                  <a:srgbClr val="222222"/>
                </a:solidFill>
                <a:latin typeface="Calibri"/>
              </a:rPr>
              <a:t>• c</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p</a:t>
            </a:r>
          </a:p>
          <a:p>
            <a:pPr lvl="1"/>
            <a:r>
              <a:rPr sz="1200" b="0">
                <a:solidFill>
                  <a:srgbClr val="222222"/>
                </a:solidFill>
                <a:latin typeface="Calibri"/>
              </a:rPr>
              <a:t>• e</a:t>
            </a:r>
          </a:p>
          <a:p>
            <a:pPr lvl="1"/>
            <a:r>
              <a:rPr sz="1200" b="0">
                <a:solidFill>
                  <a:srgbClr val="222222"/>
                </a:solidFill>
                <a:latin typeface="Calibri"/>
              </a:rPr>
              <a:t>• c</a:t>
            </a:r>
          </a:p>
          <a:p>
            <a:pPr lvl="1"/>
            <a:r>
              <a:rPr sz="1200" b="0">
                <a:solidFill>
                  <a:srgbClr val="222222"/>
                </a:solidFill>
                <a:latin typeface="Calibri"/>
              </a:rPr>
              <a:t>• i</a:t>
            </a:r>
          </a:p>
          <a:p>
            <a:pPr lvl="1"/>
            <a:r>
              <a:rPr sz="1200" b="0">
                <a:solidFill>
                  <a:srgbClr val="222222"/>
                </a:solidFill>
                <a:latin typeface="Calibri"/>
              </a:rPr>
              <a:t>• f</a:t>
            </a:r>
          </a:p>
          <a:p>
            <a:pPr lvl="1"/>
            <a:r>
              <a:rPr sz="1200" b="0">
                <a:solidFill>
                  <a:srgbClr val="222222"/>
                </a:solidFill>
                <a:latin typeface="Calibri"/>
              </a:rPr>
              <a:t>• i</a:t>
            </a:r>
          </a:p>
          <a:p>
            <a:pPr lvl="1"/>
            <a:r>
              <a:rPr sz="1200" b="0">
                <a:solidFill>
                  <a:srgbClr val="222222"/>
                </a:solidFill>
                <a:latin typeface="Calibri"/>
              </a:rPr>
              <a:t>• c</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m</a:t>
            </a:r>
          </a:p>
          <a:p>
            <a:pPr lvl="1"/>
            <a:r>
              <a:rPr sz="1200" b="0">
                <a:solidFill>
                  <a:srgbClr val="222222"/>
                </a:solidFill>
                <a:latin typeface="Calibri"/>
              </a:rPr>
              <a:t>• p</a:t>
            </a:r>
          </a:p>
          <a:p>
            <a:pPr lvl="1"/>
            <a:r>
              <a:rPr sz="1200" b="0">
                <a:solidFill>
                  <a:srgbClr val="222222"/>
                </a:solidFill>
                <a:latin typeface="Calibri"/>
              </a:rPr>
              <a:t>• h</a:t>
            </a:r>
          </a:p>
          <a:p>
            <a:pPr lvl="1"/>
            <a:r>
              <a:rPr sz="1200" b="0">
                <a:solidFill>
                  <a:srgbClr val="222222"/>
                </a:solidFill>
                <a:latin typeface="Calibri"/>
              </a:rPr>
              <a:t>• a</a:t>
            </a:r>
          </a:p>
          <a:p>
            <a:pPr lvl="1"/>
            <a:r>
              <a:rPr sz="1200" b="0">
                <a:solidFill>
                  <a:srgbClr val="222222"/>
                </a:solidFill>
                <a:latin typeface="Calibri"/>
              </a:rPr>
              <a:t>• s</a:t>
            </a:r>
          </a:p>
          <a:p>
            <a:pPr lvl="1"/>
            <a:r>
              <a:rPr sz="1200" b="0">
                <a:solidFill>
                  <a:srgbClr val="222222"/>
                </a:solidFill>
                <a:latin typeface="Calibri"/>
              </a:rPr>
              <a:t>• i</a:t>
            </a:r>
          </a:p>
          <a:p>
            <a:pPr lvl="1"/>
            <a:r>
              <a:rPr sz="1200" b="0">
                <a:solidFill>
                  <a:srgbClr val="222222"/>
                </a:solidFill>
                <a:latin typeface="Calibri"/>
              </a:rPr>
              <a:t>• z</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h</a:t>
            </a:r>
          </a:p>
          <a:p>
            <a:pPr lvl="1"/>
            <a:r>
              <a:rPr sz="1200" b="0">
                <a:solidFill>
                  <a:srgbClr val="222222"/>
                </a:solidFill>
                <a:latin typeface="Calibri"/>
              </a:rPr>
              <a:t>• i</a:t>
            </a:r>
          </a:p>
          <a:p>
            <a:pPr lvl="1"/>
            <a:r>
              <a:rPr sz="1200" b="0">
                <a:solidFill>
                  <a:srgbClr val="222222"/>
                </a:solidFill>
                <a:latin typeface="Calibri"/>
              </a:rPr>
              <a:t>• g</a:t>
            </a:r>
          </a:p>
          <a:p>
            <a:pPr lvl="1"/>
            <a:r>
              <a:rPr sz="1200" b="0">
                <a:solidFill>
                  <a:srgbClr val="222222"/>
                </a:solidFill>
                <a:latin typeface="Calibri"/>
              </a:rPr>
              <a:t>• h</a:t>
            </a:r>
          </a:p>
          <a:p>
            <a:pPr lvl="1"/>
            <a:r>
              <a:rPr sz="1200" b="0">
                <a:solidFill>
                  <a:srgbClr val="222222"/>
                </a:solidFill>
                <a:latin typeface="Calibri"/>
              </a:rPr>
              <a:t>• -</a:t>
            </a:r>
          </a:p>
          <a:p>
            <a:pPr lvl="1"/>
            <a:r>
              <a:rPr sz="1200" b="0">
                <a:solidFill>
                  <a:srgbClr val="222222"/>
                </a:solidFill>
                <a:latin typeface="Calibri"/>
              </a:rPr>
              <a:t>• v</a:t>
            </a:r>
          </a:p>
          <a:p>
            <a:pPr lvl="1"/>
            <a:r>
              <a:rPr sz="1200" b="0">
                <a:solidFill>
                  <a:srgbClr val="222222"/>
                </a:solidFill>
                <a:latin typeface="Calibri"/>
              </a:rPr>
              <a:t>• a</a:t>
            </a:r>
          </a:p>
          <a:p>
            <a:pPr lvl="1"/>
            <a:r>
              <a:rPr sz="1200" b="0">
                <a:solidFill>
                  <a:srgbClr val="222222"/>
                </a:solidFill>
                <a:latin typeface="Calibri"/>
              </a:rPr>
              <a:t>• l</a:t>
            </a:r>
          </a:p>
          <a:p>
            <a:pPr lvl="1"/>
            <a:r>
              <a:rPr sz="1200" b="0">
                <a:solidFill>
                  <a:srgbClr val="222222"/>
                </a:solidFill>
                <a:latin typeface="Calibri"/>
              </a:rPr>
              <a:t>• u</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b</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e</a:t>
            </a:r>
          </a:p>
          <a:p>
            <a:pPr lvl="1"/>
            <a:r>
              <a:rPr sz="1200" b="0">
                <a:solidFill>
                  <a:srgbClr val="222222"/>
                </a:solidFill>
                <a:latin typeface="Calibri"/>
              </a:rPr>
              <a:t>• f</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d</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i</a:t>
            </a:r>
          </a:p>
          <a:p>
            <a:pPr lvl="1"/>
            <a:r>
              <a:rPr sz="1200" b="0">
                <a:solidFill>
                  <a:srgbClr val="222222"/>
                </a:solidFill>
                <a:latin typeface="Calibri"/>
              </a:rPr>
              <a:t>• g</a:t>
            </a:r>
          </a:p>
          <a:p>
            <a:pPr lvl="1"/>
            <a:r>
              <a:rPr sz="1200" b="0">
                <a:solidFill>
                  <a:srgbClr val="222222"/>
                </a:solidFill>
                <a:latin typeface="Calibri"/>
              </a:rPr>
              <a:t>• n</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t</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f</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m</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c</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g</a:t>
            </a:r>
          </a:p>
          <a:p>
            <a:pPr lvl="1"/>
            <a:r>
              <a:rPr sz="1200" b="0">
                <a:solidFill>
                  <a:srgbClr val="222222"/>
                </a:solidFill>
                <a:latin typeface="Calibri"/>
              </a:rPr>
              <a:t>• a</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o</a:t>
            </a:r>
          </a:p>
          <a:p>
            <a:pPr lvl="1"/>
            <a:r>
              <a:rPr sz="1200" b="0">
                <a:solidFill>
                  <a:srgbClr val="222222"/>
                </a:solidFill>
                <a:latin typeface="Calibri"/>
              </a:rPr>
              <a:t>• s</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v</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b</a:t>
            </a:r>
          </a:p>
          <a:p>
            <a:pPr lvl="1"/>
            <a:r>
              <a:rPr sz="1200" b="0">
                <a:solidFill>
                  <a:srgbClr val="222222"/>
                </a:solidFill>
                <a:latin typeface="Calibri"/>
              </a:rPr>
              <a:t>• u</a:t>
            </a:r>
          </a:p>
          <a:p>
            <a:pPr lvl="1"/>
            <a:r>
              <a:rPr sz="1200" b="0">
                <a:solidFill>
                  <a:srgbClr val="222222"/>
                </a:solidFill>
                <a:latin typeface="Calibri"/>
              </a:rPr>
              <a:t>• s</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u</a:t>
            </a:r>
          </a:p>
          <a:p>
            <a:pPr lvl="1"/>
            <a:r>
              <a:rPr sz="1200" b="0">
                <a:solidFill>
                  <a:srgbClr val="222222"/>
                </a:solidFill>
                <a:latin typeface="Calibri"/>
              </a:rPr>
              <a:t>• t</a:t>
            </a:r>
          </a:p>
          <a:p>
            <a:pPr lvl="1"/>
            <a:r>
              <a:rPr sz="1200" b="0">
                <a:solidFill>
                  <a:srgbClr val="222222"/>
                </a:solidFill>
                <a:latin typeface="Calibri"/>
              </a:rPr>
              <a:t>• c</a:t>
            </a:r>
          </a:p>
          <a:p>
            <a:pPr lvl="1"/>
            <a:r>
              <a:rPr sz="1200" b="0">
                <a:solidFill>
                  <a:srgbClr val="222222"/>
                </a:solidFill>
                <a:latin typeface="Calibri"/>
              </a:rPr>
              <a:t>• o</a:t>
            </a:r>
          </a:p>
          <a:p>
            <a:pPr lvl="1"/>
            <a:r>
              <a:rPr sz="1200" b="0">
                <a:solidFill>
                  <a:srgbClr val="222222"/>
                </a:solidFill>
                <a:latin typeface="Calibri"/>
              </a:rPr>
              <a:t>• m</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f</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c</a:t>
            </a:r>
          </a:p>
          <a:p>
            <a:pPr lvl="1"/>
            <a:r>
              <a:rPr sz="1200" b="0">
                <a:solidFill>
                  <a:srgbClr val="222222"/>
                </a:solidFill>
                <a:latin typeface="Calibri"/>
              </a:rPr>
              <a:t>• u</a:t>
            </a:r>
          </a:p>
          <a:p>
            <a:pPr lvl="1"/>
            <a:r>
              <a:rPr sz="1200" b="0">
                <a:solidFill>
                  <a:srgbClr val="222222"/>
                </a:solidFill>
                <a:latin typeface="Calibri"/>
              </a:rPr>
              <a:t>• s</a:t>
            </a:r>
          </a:p>
          <a:p>
            <a:pPr lvl="1"/>
            <a:r>
              <a:rPr sz="1200" b="0">
                <a:solidFill>
                  <a:srgbClr val="222222"/>
                </a:solidFill>
                <a:latin typeface="Calibri"/>
              </a:rPr>
              <a:t>• t</a:t>
            </a:r>
          </a:p>
          <a:p>
            <a:pPr lvl="1"/>
            <a:r>
              <a:rPr sz="1200" b="0">
                <a:solidFill>
                  <a:srgbClr val="222222"/>
                </a:solidFill>
                <a:latin typeface="Calibri"/>
              </a:rPr>
              <a:t>• o</a:t>
            </a:r>
          </a:p>
          <a:p>
            <a:pPr lvl="1"/>
            <a:r>
              <a:rPr sz="1200" b="0">
                <a:solidFill>
                  <a:srgbClr val="222222"/>
                </a:solidFill>
                <a:latin typeface="Calibri"/>
              </a:rPr>
              <a:t>• m</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q</a:t>
            </a:r>
          </a:p>
          <a:p>
            <a:pPr lvl="1"/>
            <a:r>
              <a:rPr sz="1200" b="0">
                <a:solidFill>
                  <a:srgbClr val="222222"/>
                </a:solidFill>
                <a:latin typeface="Calibri"/>
              </a:rPr>
              <a:t>• u</a:t>
            </a:r>
          </a:p>
          <a:p>
            <a:pPr lvl="1"/>
            <a:r>
              <a:rPr sz="1200" b="0">
                <a:solidFill>
                  <a:srgbClr val="222222"/>
                </a:solidFill>
                <a:latin typeface="Calibri"/>
              </a:rPr>
              <a:t>• i</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m</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f</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u</a:t>
            </a:r>
          </a:p>
          <a:p>
            <a:pPr lvl="1"/>
            <a:r>
              <a:rPr sz="1200" b="0">
                <a:solidFill>
                  <a:srgbClr val="222222"/>
                </a:solidFill>
                <a:latin typeface="Calibri"/>
              </a:rPr>
              <a:t>• r</a:t>
            </a:r>
          </a:p>
          <a:p>
            <a:pPr lvl="1"/>
            <a:r>
              <a:rPr sz="1200" b="0">
                <a:solidFill>
                  <a:srgbClr val="222222"/>
                </a:solidFill>
                <a:latin typeface="Calibri"/>
              </a:rPr>
              <a:t>• c</a:t>
            </a:r>
          </a:p>
          <a:p>
            <a:pPr lvl="1"/>
            <a:r>
              <a:rPr sz="1200" b="0">
                <a:solidFill>
                  <a:srgbClr val="222222"/>
                </a:solidFill>
                <a:latin typeface="Calibri"/>
              </a:rPr>
              <a:t>• h</a:t>
            </a:r>
          </a:p>
          <a:p>
            <a:pPr lvl="1"/>
            <a:r>
              <a:rPr sz="1200" b="0">
                <a:solidFill>
                  <a:srgbClr val="222222"/>
                </a:solidFill>
                <a:latin typeface="Calibri"/>
              </a:rPr>
              <a:t>• a</a:t>
            </a:r>
          </a:p>
          <a:p>
            <a:pPr lvl="1"/>
            <a:r>
              <a:rPr sz="1200" b="0">
                <a:solidFill>
                  <a:srgbClr val="222222"/>
                </a:solidFill>
                <a:latin typeface="Calibri"/>
              </a:rPr>
              <a:t>• s</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1</a:t>
            </a:r>
          </a:p>
          <a:p>
            <a:pPr lvl="1"/>
            <a:r>
              <a:rPr sz="1200" b="0">
                <a:solidFill>
                  <a:srgbClr val="222222"/>
                </a:solidFill>
                <a:latin typeface="Calibri"/>
              </a:rPr>
              <a:t>• 0</a:t>
            </a:r>
          </a:p>
          <a:p>
            <a:pPr lvl="1"/>
            <a:r>
              <a:rPr sz="1200" b="0">
                <a:solidFill>
                  <a:srgbClr val="222222"/>
                </a:solidFill>
                <a:latin typeface="Calibri"/>
              </a:rPr>
              <a:t>•  </a:t>
            </a:r>
          </a:p>
          <a:p>
            <a:pPr lvl="1"/>
            <a:r>
              <a:rPr sz="1200" b="0">
                <a:solidFill>
                  <a:srgbClr val="222222"/>
                </a:solidFill>
                <a:latin typeface="Calibri"/>
              </a:rPr>
              <a:t>• l</a:t>
            </a:r>
          </a:p>
          <a:p>
            <a:pPr lvl="1"/>
            <a:r>
              <a:rPr sz="1200" b="0">
                <a:solidFill>
                  <a:srgbClr val="222222"/>
                </a:solidFill>
                <a:latin typeface="Calibri"/>
              </a:rPr>
              <a:t>• i</a:t>
            </a:r>
          </a:p>
          <a:p>
            <a:pPr lvl="1"/>
            <a:r>
              <a:rPr sz="1200" b="0">
                <a:solidFill>
                  <a:srgbClr val="222222"/>
                </a:solidFill>
                <a:latin typeface="Calibri"/>
              </a:rPr>
              <a:t>• g</a:t>
            </a:r>
          </a:p>
          <a:p>
            <a:pPr lvl="1"/>
            <a:r>
              <a:rPr sz="1200" b="0">
                <a:solidFill>
                  <a:srgbClr val="222222"/>
                </a:solidFill>
                <a:latin typeface="Calibri"/>
              </a:rPr>
              <a:t>• h</a:t>
            </a:r>
          </a:p>
          <a:p>
            <a:pPr lvl="1"/>
            <a:r>
              <a:rPr sz="1200" b="0">
                <a:solidFill>
                  <a:srgbClr val="222222"/>
                </a:solidFill>
                <a:latin typeface="Calibri"/>
              </a:rPr>
              <a:t>• t</a:t>
            </a:r>
          </a:p>
          <a:p>
            <a:pPr lvl="1"/>
            <a:r>
              <a:rPr sz="1200" b="0">
                <a:solidFill>
                  <a:srgbClr val="222222"/>
                </a:solidFill>
                <a:latin typeface="Calibri"/>
              </a:rPr>
              <a:t>• w</a:t>
            </a:r>
          </a:p>
          <a:p>
            <a:pPr lvl="1"/>
            <a:r>
              <a:rPr sz="1200" b="0">
                <a:solidFill>
                  <a:srgbClr val="222222"/>
                </a:solidFill>
                <a:latin typeface="Calibri"/>
              </a:rPr>
              <a:t>• e</a:t>
            </a:r>
          </a:p>
          <a:p>
            <a:pPr lvl="1"/>
            <a:r>
              <a:rPr sz="1200" b="0">
                <a:solidFill>
                  <a:srgbClr val="222222"/>
                </a:solidFill>
                <a:latin typeface="Calibri"/>
              </a:rPr>
              <a:t>• i</a:t>
            </a:r>
          </a:p>
          <a:p>
            <a:pPr lvl="1"/>
            <a:r>
              <a:rPr sz="1200" b="0">
                <a:solidFill>
                  <a:srgbClr val="222222"/>
                </a:solidFill>
                <a:latin typeface="Calibri"/>
              </a:rPr>
              <a:t>• g</a:t>
            </a:r>
          </a:p>
          <a:p>
            <a:pPr lvl="1"/>
            <a:r>
              <a:rPr sz="1200" b="0">
                <a:solidFill>
                  <a:srgbClr val="222222"/>
                </a:solidFill>
                <a:latin typeface="Calibri"/>
              </a:rPr>
              <a:t>• h</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n</a:t>
            </a:r>
          </a:p>
          <a:p>
            <a:pPr lvl="1"/>
            <a:r>
              <a:rPr sz="1200" b="0">
                <a:solidFill>
                  <a:srgbClr val="222222"/>
                </a:solidFill>
                <a:latin typeface="Calibri"/>
              </a:rPr>
              <a:t>• o</a:t>
            </a:r>
          </a:p>
          <a:p>
            <a:pPr lvl="1"/>
            <a:r>
              <a:rPr sz="1200" b="0">
                <a:solidFill>
                  <a:srgbClr val="222222"/>
                </a:solidFill>
                <a:latin typeface="Calibri"/>
              </a:rPr>
              <a:t>• t</a:t>
            </a:r>
          </a:p>
          <a:p>
            <a:pPr lvl="1"/>
            <a:r>
              <a:rPr sz="1200" b="0">
                <a:solidFill>
                  <a:srgbClr val="222222"/>
                </a:solidFill>
                <a:latin typeface="Calibri"/>
              </a:rPr>
              <a:t>• e</a:t>
            </a:r>
          </a:p>
          <a:p>
            <a:pPr lvl="1"/>
            <a:r>
              <a:rPr sz="1200" b="0">
                <a:solidFill>
                  <a:srgbClr val="222222"/>
                </a:solidFill>
                <a:latin typeface="Calibri"/>
              </a:rPr>
              <a:t>• b</a:t>
            </a:r>
          </a:p>
          <a:p>
            <a:pPr lvl="1"/>
            <a:r>
              <a:rPr sz="1200" b="0">
                <a:solidFill>
                  <a:srgbClr val="222222"/>
                </a:solidFill>
                <a:latin typeface="Calibri"/>
              </a:rPr>
              <a:t>• o</a:t>
            </a:r>
          </a:p>
          <a:p>
            <a:pPr lvl="1"/>
            <a:r>
              <a:rPr sz="1200" b="0">
                <a:solidFill>
                  <a:srgbClr val="222222"/>
                </a:solidFill>
                <a:latin typeface="Calibri"/>
              </a:rPr>
              <a:t>• o</a:t>
            </a:r>
          </a:p>
          <a:p>
            <a:pPr lvl="1"/>
            <a:r>
              <a:rPr sz="1200" b="0">
                <a:solidFill>
                  <a:srgbClr val="222222"/>
                </a:solidFill>
                <a:latin typeface="Calibri"/>
              </a:rPr>
              <a:t>• k</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w</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a:t>
            </a:r>
          </a:p>
          <a:p>
            <a:pPr lvl="1"/>
            <a:r>
              <a:rPr sz="1200" b="0">
                <a:solidFill>
                  <a:srgbClr val="222222"/>
                </a:solidFill>
                <a:latin typeface="Calibri"/>
              </a:rPr>
              <a:t>• 8</a:t>
            </a:r>
          </a:p>
          <a:p>
            <a:pPr lvl="1"/>
            <a:r>
              <a:rPr sz="1200" b="0">
                <a:solidFill>
                  <a:srgbClr val="222222"/>
                </a:solidFill>
                <a:latin typeface="Calibri"/>
              </a:rPr>
              <a:t>• G</a:t>
            </a:r>
          </a:p>
          <a:p>
            <a:pPr lvl="1"/>
            <a:r>
              <a:rPr sz="1200" b="0">
                <a:solidFill>
                  <a:srgbClr val="222222"/>
                </a:solidFill>
                <a:latin typeface="Calibri"/>
              </a:rPr>
              <a:t>• B</a:t>
            </a:r>
          </a:p>
          <a:p>
            <a:pPr lvl="1"/>
            <a:r>
              <a:rPr sz="1200" b="0">
                <a:solidFill>
                  <a:srgbClr val="222222"/>
                </a:solidFill>
                <a:latin typeface="Calibri"/>
              </a:rPr>
              <a:t>•  </a:t>
            </a:r>
          </a:p>
          <a:p>
            <a:pPr lvl="1"/>
            <a:r>
              <a:rPr sz="1200" b="0">
                <a:solidFill>
                  <a:srgbClr val="222222"/>
                </a:solidFill>
                <a:latin typeface="Calibri"/>
              </a:rPr>
              <a:t>• R</a:t>
            </a:r>
          </a:p>
          <a:p>
            <a:pPr lvl="1"/>
            <a:r>
              <a:rPr sz="1200" b="0">
                <a:solidFill>
                  <a:srgbClr val="222222"/>
                </a:solidFill>
                <a:latin typeface="Calibri"/>
              </a:rPr>
              <a:t>• A</a:t>
            </a:r>
          </a:p>
          <a:p>
            <a:pPr lvl="1"/>
            <a:r>
              <a:rPr sz="1200" b="0">
                <a:solidFill>
                  <a:srgbClr val="222222"/>
                </a:solidFill>
                <a:latin typeface="Calibri"/>
              </a:rPr>
              <a:t>• M</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d</a:t>
            </a:r>
          </a:p>
          <a:p>
            <a:pPr lvl="1"/>
            <a:r>
              <a:rPr sz="1200" b="0">
                <a:solidFill>
                  <a:srgbClr val="222222"/>
                </a:solidFill>
                <a:latin typeface="Calibri"/>
              </a:rPr>
              <a:t>• e</a:t>
            </a:r>
          </a:p>
          <a:p>
            <a:pPr lvl="1"/>
            <a:r>
              <a:rPr sz="1200" b="0">
                <a:solidFill>
                  <a:srgbClr val="222222"/>
                </a:solidFill>
                <a:latin typeface="Calibri"/>
              </a:rPr>
              <a:t>• d</a:t>
            </a:r>
          </a:p>
          <a:p>
            <a:pPr lvl="1"/>
            <a:r>
              <a:rPr sz="1200" b="0">
                <a:solidFill>
                  <a:srgbClr val="222222"/>
                </a:solidFill>
                <a:latin typeface="Calibri"/>
              </a:rPr>
              <a:t>• i</a:t>
            </a:r>
          </a:p>
          <a:p>
            <a:pPr lvl="1"/>
            <a:r>
              <a:rPr sz="1200" b="0">
                <a:solidFill>
                  <a:srgbClr val="222222"/>
                </a:solidFill>
                <a:latin typeface="Calibri"/>
              </a:rPr>
              <a:t>• c</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e</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G</a:t>
            </a:r>
          </a:p>
          <a:p>
            <a:pPr lvl="1"/>
            <a:r>
              <a:rPr sz="1200" b="0">
                <a:solidFill>
                  <a:srgbClr val="222222"/>
                </a:solidFill>
                <a:latin typeface="Calibri"/>
              </a:rPr>
              <a:t>• P</a:t>
            </a:r>
          </a:p>
          <a:p>
            <a:pPr lvl="1"/>
            <a:r>
              <a:rPr sz="1200" b="0">
                <a:solidFill>
                  <a:srgbClr val="222222"/>
                </a:solidFill>
                <a:latin typeface="Calibri"/>
              </a:rPr>
              <a:t>• U</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1</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H</a:t>
            </a:r>
          </a:p>
          <a:p>
            <a:pPr lvl="1"/>
            <a:r>
              <a:rPr sz="1200" b="0">
                <a:solidFill>
                  <a:srgbClr val="222222"/>
                </a:solidFill>
                <a:latin typeface="Calibri"/>
              </a:rPr>
              <a:t>• P</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l</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e</a:t>
            </a:r>
          </a:p>
          <a:p>
            <a:pPr lvl="1"/>
            <a:r>
              <a:rPr sz="1200" b="0">
                <a:solidFill>
                  <a:srgbClr val="222222"/>
                </a:solidFill>
                <a:latin typeface="Calibri"/>
              </a:rPr>
              <a:t>• B</a:t>
            </a:r>
          </a:p>
          <a:p>
            <a:pPr lvl="1"/>
            <a:r>
              <a:rPr sz="1200" b="0">
                <a:solidFill>
                  <a:srgbClr val="222222"/>
                </a:solidFill>
                <a:latin typeface="Calibri"/>
              </a:rPr>
              <a:t>• o</a:t>
            </a:r>
          </a:p>
          <a:p>
            <a:pPr lvl="1"/>
            <a:r>
              <a:rPr sz="1200" b="0">
                <a:solidFill>
                  <a:srgbClr val="222222"/>
                </a:solidFill>
                <a:latin typeface="Calibri"/>
              </a:rPr>
              <a:t>• o</a:t>
            </a:r>
          </a:p>
          <a:p>
            <a:pPr lvl="1"/>
            <a:r>
              <a:rPr sz="1200" b="0">
                <a:solidFill>
                  <a:srgbClr val="222222"/>
                </a:solidFill>
                <a:latin typeface="Calibri"/>
              </a:rPr>
              <a:t>• k</a:t>
            </a:r>
          </a:p>
          <a:p>
            <a:pPr lvl="1"/>
            <a:r>
              <a:rPr sz="1200" b="0">
                <a:solidFill>
                  <a:srgbClr val="222222"/>
                </a:solidFill>
                <a:latin typeface="Calibri"/>
              </a:rPr>
              <a:t>•  </a:t>
            </a:r>
          </a:p>
          <a:p>
            <a:pPr lvl="1"/>
            <a:r>
              <a:rPr sz="1200" b="0">
                <a:solidFill>
                  <a:srgbClr val="222222"/>
                </a:solidFill>
                <a:latin typeface="Calibri"/>
              </a:rPr>
              <a:t>• 8</a:t>
            </a:r>
          </a:p>
          <a:p>
            <a:pPr lvl="1"/>
            <a:r>
              <a:rPr sz="1200" b="0">
                <a:solidFill>
                  <a:srgbClr val="222222"/>
                </a:solidFill>
                <a:latin typeface="Calibri"/>
              </a:rPr>
              <a:t>• 4</a:t>
            </a:r>
          </a:p>
          <a:p>
            <a:pPr lvl="1"/>
            <a:r>
              <a:rPr sz="1200" b="0">
                <a:solidFill>
                  <a:srgbClr val="222222"/>
                </a:solidFill>
                <a:latin typeface="Calibri"/>
              </a:rPr>
              <a:t>• 0</a:t>
            </a:r>
          </a:p>
          <a:p>
            <a:pPr lvl="1"/>
            <a:r>
              <a:rPr sz="1200" b="0">
                <a:solidFill>
                  <a:srgbClr val="222222"/>
                </a:solidFill>
                <a:latin typeface="Calibri"/>
              </a:rPr>
              <a:t>•  </a:t>
            </a:r>
          </a:p>
          <a:p>
            <a:pPr lvl="1"/>
            <a:r>
              <a:rPr sz="1200" b="0">
                <a:solidFill>
                  <a:srgbClr val="222222"/>
                </a:solidFill>
                <a:latin typeface="Calibri"/>
              </a:rPr>
              <a:t>• G</a:t>
            </a:r>
          </a:p>
          <a:p>
            <a:pPr lvl="1"/>
            <a:r>
              <a:rPr sz="1200" b="0">
                <a:solidFill>
                  <a:srgbClr val="222222"/>
                </a:solidFill>
                <a:latin typeface="Calibri"/>
              </a:rPr>
              <a:t>• 1</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U</a:t>
            </a:r>
          </a:p>
          <a:p>
            <a:pPr lvl="1"/>
            <a:r>
              <a:rPr sz="1200" b="0">
                <a:solidFill>
                  <a:srgbClr val="222222"/>
                </a:solidFill>
                <a:latin typeface="Calibri"/>
              </a:rPr>
              <a:t>• l</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m</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t</a:t>
            </a:r>
          </a:p>
          <a:p>
            <a:pPr lvl="1"/>
            <a:r>
              <a:rPr sz="1200" b="0">
                <a:solidFill>
                  <a:srgbClr val="222222"/>
                </a:solidFill>
                <a:latin typeface="Calibri"/>
              </a:rPr>
              <a:t>• a</a:t>
            </a:r>
          </a:p>
          <a:p>
            <a:pPr lvl="1"/>
            <a:r>
              <a:rPr sz="1200" b="0">
                <a:solidFill>
                  <a:srgbClr val="222222"/>
                </a:solidFill>
                <a:latin typeface="Calibri"/>
              </a:rPr>
              <a:t>• b</a:t>
            </a:r>
          </a:p>
          <a:p>
            <a:pPr lvl="1"/>
            <a:r>
              <a:rPr sz="1200" b="0">
                <a:solidFill>
                  <a:srgbClr val="222222"/>
                </a:solidFill>
                <a:latin typeface="Calibri"/>
              </a:rPr>
              <a:t>• i</a:t>
            </a:r>
          </a:p>
          <a:p>
            <a:pPr lvl="1"/>
            <a:r>
              <a:rPr sz="1200" b="0">
                <a:solidFill>
                  <a:srgbClr val="222222"/>
                </a:solidFill>
                <a:latin typeface="Calibri"/>
              </a:rPr>
              <a:t>• l</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D</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i</a:t>
            </a:r>
          </a:p>
          <a:p>
            <a:pPr lvl="1"/>
            <a:r>
              <a:rPr sz="1200" b="0">
                <a:solidFill>
                  <a:srgbClr val="222222"/>
                </a:solidFill>
                <a:latin typeface="Calibri"/>
              </a:rPr>
              <a:t>• g</a:t>
            </a:r>
          </a:p>
          <a:p>
            <a:pPr lvl="1"/>
            <a:r>
              <a:rPr sz="1200" b="0">
                <a:solidFill>
                  <a:srgbClr val="222222"/>
                </a:solidFill>
                <a:latin typeface="Calibri"/>
              </a:rPr>
              <a:t>• n</a:t>
            </a:r>
          </a:p>
          <a:p>
            <a:pPr lvl="1"/>
            <a:r>
              <a:rPr sz="1200" b="0">
                <a:solidFill>
                  <a:srgbClr val="222222"/>
                </a:solidFill>
                <a:latin typeface="Calibri"/>
              </a:rPr>
              <a:t>• e</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o</a:t>
            </a:r>
          </a:p>
          <a:p>
            <a:pPr lvl="1"/>
            <a:r>
              <a:rPr sz="1200" b="0">
                <a:solidFill>
                  <a:srgbClr val="222222"/>
                </a:solidFill>
                <a:latin typeface="Calibri"/>
              </a:rPr>
              <a:t>•  </a:t>
            </a:r>
          </a:p>
          <a:p>
            <a:pPr lvl="1"/>
            <a:r>
              <a:rPr sz="1200" b="0">
                <a:solidFill>
                  <a:srgbClr val="222222"/>
                </a:solidFill>
                <a:latin typeface="Calibri"/>
              </a:rPr>
              <a:t>• b</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l</a:t>
            </a:r>
          </a:p>
          <a:p>
            <a:pPr lvl="1"/>
            <a:r>
              <a:rPr sz="1200" b="0">
                <a:solidFill>
                  <a:srgbClr val="222222"/>
                </a:solidFill>
                <a:latin typeface="Calibri"/>
              </a:rPr>
              <a:t>• i</a:t>
            </a:r>
          </a:p>
          <a:p>
            <a:pPr lvl="1"/>
            <a:r>
              <a:rPr sz="1200" b="0">
                <a:solidFill>
                  <a:srgbClr val="222222"/>
                </a:solidFill>
                <a:latin typeface="Calibri"/>
              </a:rPr>
              <a:t>• g</a:t>
            </a:r>
          </a:p>
          <a:p>
            <a:pPr lvl="1"/>
            <a:r>
              <a:rPr sz="1200" b="0">
                <a:solidFill>
                  <a:srgbClr val="222222"/>
                </a:solidFill>
                <a:latin typeface="Calibri"/>
              </a:rPr>
              <a:t>• h</a:t>
            </a:r>
          </a:p>
          <a:p>
            <a:pPr lvl="1"/>
            <a:r>
              <a:rPr sz="1200" b="0">
                <a:solidFill>
                  <a:srgbClr val="222222"/>
                </a:solidFill>
                <a:latin typeface="Calibri"/>
              </a:rPr>
              <a:t>• t</a:t>
            </a:r>
          </a:p>
          <a:p>
            <a:pPr lvl="1"/>
            <a:r>
              <a:rPr sz="1200" b="0">
                <a:solidFill>
                  <a:srgbClr val="222222"/>
                </a:solidFill>
                <a:latin typeface="Calibri"/>
              </a:rPr>
              <a:t>• w</a:t>
            </a:r>
          </a:p>
          <a:p>
            <a:pPr lvl="1"/>
            <a:r>
              <a:rPr sz="1200" b="0">
                <a:solidFill>
                  <a:srgbClr val="222222"/>
                </a:solidFill>
                <a:latin typeface="Calibri"/>
              </a:rPr>
              <a:t>• e</a:t>
            </a:r>
          </a:p>
          <a:p>
            <a:pPr lvl="1"/>
            <a:r>
              <a:rPr sz="1200" b="0">
                <a:solidFill>
                  <a:srgbClr val="222222"/>
                </a:solidFill>
                <a:latin typeface="Calibri"/>
              </a:rPr>
              <a:t>• i</a:t>
            </a:r>
          </a:p>
          <a:p>
            <a:pPr lvl="1"/>
            <a:r>
              <a:rPr sz="1200" b="0">
                <a:solidFill>
                  <a:srgbClr val="222222"/>
                </a:solidFill>
                <a:latin typeface="Calibri"/>
              </a:rPr>
              <a:t>• g</a:t>
            </a:r>
          </a:p>
          <a:p>
            <a:pPr lvl="1"/>
            <a:r>
              <a:rPr sz="1200" b="0">
                <a:solidFill>
                  <a:srgbClr val="222222"/>
                </a:solidFill>
                <a:latin typeface="Calibri"/>
              </a:rPr>
              <a:t>• h</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j</a:t>
            </a:r>
          </a:p>
          <a:p>
            <a:pPr lvl="1"/>
            <a:r>
              <a:rPr sz="1200" b="0">
                <a:solidFill>
                  <a:srgbClr val="222222"/>
                </a:solidFill>
                <a:latin typeface="Calibri"/>
              </a:rPr>
              <a:t>• u</a:t>
            </a:r>
          </a:p>
          <a:p>
            <a:pPr lvl="1"/>
            <a:r>
              <a:rPr sz="1200" b="0">
                <a:solidFill>
                  <a:srgbClr val="222222"/>
                </a:solidFill>
                <a:latin typeface="Calibri"/>
              </a:rPr>
              <a:t>• s</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1</a:t>
            </a:r>
          </a:p>
          <a:p>
            <a:pPr lvl="1"/>
            <a:r>
              <a:rPr sz="1200" b="0">
                <a:solidFill>
                  <a:srgbClr val="222222"/>
                </a:solidFill>
                <a:latin typeface="Calibri"/>
              </a:rPr>
              <a:t>• .</a:t>
            </a:r>
          </a:p>
          <a:p>
            <a:pPr lvl="1"/>
            <a:r>
              <a:rPr sz="1200" b="0">
                <a:solidFill>
                  <a:srgbClr val="222222"/>
                </a:solidFill>
                <a:latin typeface="Calibri"/>
              </a:rPr>
              <a:t>• 5</a:t>
            </a:r>
          </a:p>
          <a:p>
            <a:pPr lvl="1"/>
            <a:r>
              <a:rPr sz="1200" b="0">
                <a:solidFill>
                  <a:srgbClr val="222222"/>
                </a:solidFill>
                <a:latin typeface="Calibri"/>
              </a:rPr>
              <a:t>• 8</a:t>
            </a:r>
          </a:p>
          <a:p>
            <a:pPr lvl="1"/>
            <a:r>
              <a:rPr sz="1200" b="0">
                <a:solidFill>
                  <a:srgbClr val="222222"/>
                </a:solidFill>
                <a:latin typeface="Calibri"/>
              </a:rPr>
              <a:t>•  </a:t>
            </a:r>
          </a:p>
          <a:p>
            <a:pPr lvl="1"/>
            <a:r>
              <a:rPr sz="1200" b="0">
                <a:solidFill>
                  <a:srgbClr val="222222"/>
                </a:solidFill>
                <a:latin typeface="Calibri"/>
              </a:rPr>
              <a:t>• k</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H</a:t>
            </a:r>
          </a:p>
          <a:p>
            <a:pPr lvl="1"/>
            <a:r>
              <a:rPr sz="1200" b="0">
                <a:solidFill>
                  <a:srgbClr val="222222"/>
                </a:solidFill>
                <a:latin typeface="Calibri"/>
              </a:rPr>
              <a:t>• P</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l</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e</a:t>
            </a:r>
          </a:p>
          <a:p>
            <a:pPr lvl="1"/>
            <a:r>
              <a:rPr sz="1200" b="0">
                <a:solidFill>
                  <a:srgbClr val="222222"/>
                </a:solidFill>
                <a:latin typeface="Calibri"/>
              </a:rPr>
              <a:t>• B</a:t>
            </a:r>
          </a:p>
          <a:p>
            <a:pPr lvl="1"/>
            <a:r>
              <a:rPr sz="1200" b="0">
                <a:solidFill>
                  <a:srgbClr val="222222"/>
                </a:solidFill>
                <a:latin typeface="Calibri"/>
              </a:rPr>
              <a:t>• o</a:t>
            </a:r>
          </a:p>
          <a:p>
            <a:pPr lvl="1"/>
            <a:r>
              <a:rPr sz="1200" b="0">
                <a:solidFill>
                  <a:srgbClr val="222222"/>
                </a:solidFill>
                <a:latin typeface="Calibri"/>
              </a:rPr>
              <a:t>• o</a:t>
            </a:r>
          </a:p>
          <a:p>
            <a:pPr lvl="1"/>
            <a:r>
              <a:rPr sz="1200" b="0">
                <a:solidFill>
                  <a:srgbClr val="222222"/>
                </a:solidFill>
                <a:latin typeface="Calibri"/>
              </a:rPr>
              <a:t>• k</a:t>
            </a:r>
          </a:p>
          <a:p>
            <a:pPr lvl="1"/>
            <a:r>
              <a:rPr sz="1200" b="0">
                <a:solidFill>
                  <a:srgbClr val="222222"/>
                </a:solidFill>
                <a:latin typeface="Calibri"/>
              </a:rPr>
              <a:t>•  </a:t>
            </a:r>
          </a:p>
          <a:p>
            <a:pPr lvl="1"/>
            <a:r>
              <a:rPr sz="1200" b="0">
                <a:solidFill>
                  <a:srgbClr val="222222"/>
                </a:solidFill>
                <a:latin typeface="Calibri"/>
              </a:rPr>
              <a:t>• 8</a:t>
            </a:r>
          </a:p>
          <a:p>
            <a:pPr lvl="1"/>
            <a:r>
              <a:rPr sz="1200" b="0">
                <a:solidFill>
                  <a:srgbClr val="222222"/>
                </a:solidFill>
                <a:latin typeface="Calibri"/>
              </a:rPr>
              <a:t>• 4</a:t>
            </a:r>
          </a:p>
          <a:p>
            <a:pPr lvl="1"/>
            <a:r>
              <a:rPr sz="1200" b="0">
                <a:solidFill>
                  <a:srgbClr val="222222"/>
                </a:solidFill>
                <a:latin typeface="Calibri"/>
              </a:rPr>
              <a:t>• 0</a:t>
            </a:r>
          </a:p>
          <a:p>
            <a:pPr lvl="1"/>
            <a:r>
              <a:rPr sz="1200" b="0">
                <a:solidFill>
                  <a:srgbClr val="222222"/>
                </a:solidFill>
                <a:latin typeface="Calibri"/>
              </a:rPr>
              <a:t>•  </a:t>
            </a:r>
          </a:p>
          <a:p>
            <a:pPr lvl="1"/>
            <a:r>
              <a:rPr sz="1200" b="0">
                <a:solidFill>
                  <a:srgbClr val="222222"/>
                </a:solidFill>
                <a:latin typeface="Calibri"/>
              </a:rPr>
              <a:t>• G</a:t>
            </a:r>
          </a:p>
          <a:p>
            <a:pPr lvl="1"/>
            <a:r>
              <a:rPr sz="1200" b="0">
                <a:solidFill>
                  <a:srgbClr val="222222"/>
                </a:solidFill>
                <a:latin typeface="Calibri"/>
              </a:rPr>
              <a:t>• 1</a:t>
            </a:r>
          </a:p>
          <a:p>
            <a:pPr lvl="1"/>
            <a:r>
              <a:rPr sz="1200" b="0">
                <a:solidFill>
                  <a:srgbClr val="222222"/>
                </a:solidFill>
                <a:latin typeface="Calibri"/>
              </a:rPr>
              <a:t>•  </a:t>
            </a:r>
          </a:p>
          <a:p>
            <a:pPr lvl="1"/>
            <a:r>
              <a:rPr sz="1200" b="0">
                <a:solidFill>
                  <a:srgbClr val="222222"/>
                </a:solidFill>
                <a:latin typeface="Calibri"/>
              </a:rPr>
              <a:t>• i</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f</a:t>
            </a:r>
          </a:p>
          <a:p>
            <a:pPr lvl="1"/>
            <a:r>
              <a:rPr sz="1200" b="0">
                <a:solidFill>
                  <a:srgbClr val="222222"/>
                </a:solidFill>
                <a:latin typeface="Calibri"/>
              </a:rPr>
              <a:t>• e</a:t>
            </a:r>
          </a:p>
          <a:p>
            <a:pPr lvl="1"/>
            <a:r>
              <a:rPr sz="1200" b="0">
                <a:solidFill>
                  <a:srgbClr val="222222"/>
                </a:solidFill>
                <a:latin typeface="Calibri"/>
              </a:rPr>
              <a:t>• c</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f</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g</a:t>
            </a:r>
          </a:p>
          <a:p>
            <a:pPr lvl="1"/>
            <a:r>
              <a:rPr sz="1200" b="0">
                <a:solidFill>
                  <a:srgbClr val="222222"/>
                </a:solidFill>
                <a:latin typeface="Calibri"/>
              </a:rPr>
              <a:t>• o</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f</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s</a:t>
            </a:r>
          </a:p>
          <a:p>
            <a:pPr lvl="1"/>
            <a:r>
              <a:rPr sz="1200" b="0">
                <a:solidFill>
                  <a:srgbClr val="222222"/>
                </a:solidFill>
                <a:latin typeface="Calibri"/>
              </a:rPr>
              <a:t>• i</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a</a:t>
            </a:r>
          </a:p>
          <a:p>
            <a:pPr lvl="1"/>
            <a:r>
              <a:rPr sz="1200" b="0">
                <a:solidFill>
                  <a:srgbClr val="222222"/>
                </a:solidFill>
                <a:latin typeface="Calibri"/>
              </a:rPr>
              <a:t>• l</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w</a:t>
            </a:r>
          </a:p>
          <a:p>
            <a:pPr lvl="1"/>
            <a:r>
              <a:rPr sz="1200" b="0">
                <a:solidFill>
                  <a:srgbClr val="222222"/>
                </a:solidFill>
                <a:latin typeface="Calibri"/>
              </a:rPr>
              <a:t>• h</a:t>
            </a:r>
          </a:p>
          <a:p>
            <a:pPr lvl="1"/>
            <a:r>
              <a:rPr sz="1200" b="0">
                <a:solidFill>
                  <a:srgbClr val="222222"/>
                </a:solidFill>
                <a:latin typeface="Calibri"/>
              </a:rPr>
              <a:t>• o</a:t>
            </a:r>
          </a:p>
          <a:p>
            <a:pPr lvl="1"/>
            <a:r>
              <a:rPr sz="1200" b="0">
                <a:solidFill>
                  <a:srgbClr val="222222"/>
                </a:solidFill>
                <a:latin typeface="Calibri"/>
              </a:rPr>
              <a:t>•  </a:t>
            </a:r>
          </a:p>
          <a:p>
            <a:pPr lvl="1"/>
            <a:r>
              <a:rPr sz="1200" b="0">
                <a:solidFill>
                  <a:srgbClr val="222222"/>
                </a:solidFill>
                <a:latin typeface="Calibri"/>
              </a:rPr>
              <a:t>• n</a:t>
            </a:r>
          </a:p>
          <a:p>
            <a:pPr lvl="1"/>
            <a:r>
              <a:rPr sz="1200" b="0">
                <a:solidFill>
                  <a:srgbClr val="222222"/>
                </a:solidFill>
                <a:latin typeface="Calibri"/>
              </a:rPr>
              <a:t>• e</a:t>
            </a:r>
          </a:p>
          <a:p>
            <a:pPr lvl="1"/>
            <a:r>
              <a:rPr sz="1200" b="0">
                <a:solidFill>
                  <a:srgbClr val="222222"/>
                </a:solidFill>
                <a:latin typeface="Calibri"/>
              </a:rPr>
              <a:t>• e</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o</a:t>
            </a:r>
          </a:p>
          <a:p>
            <a:pPr lvl="1"/>
            <a:r>
              <a:rPr sz="1200" b="0">
                <a:solidFill>
                  <a:srgbClr val="222222"/>
                </a:solidFill>
                <a:latin typeface="Calibri"/>
              </a:rPr>
              <a:t>•  </a:t>
            </a:r>
          </a:p>
          <a:p>
            <a:pPr lvl="1"/>
            <a:r>
              <a:rPr sz="1200" b="0">
                <a:solidFill>
                  <a:srgbClr val="222222"/>
                </a:solidFill>
                <a:latin typeface="Calibri"/>
              </a:rPr>
              <a:t>• w</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k</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f</a:t>
            </a:r>
          </a:p>
          <a:p>
            <a:pPr lvl="1"/>
            <a:r>
              <a:rPr sz="1200" b="0">
                <a:solidFill>
                  <a:srgbClr val="222222"/>
                </a:solidFill>
                <a:latin typeface="Calibri"/>
              </a:rPr>
              <a:t>• f</a:t>
            </a:r>
          </a:p>
          <a:p>
            <a:pPr lvl="1"/>
            <a:r>
              <a:rPr sz="1200" b="0">
                <a:solidFill>
                  <a:srgbClr val="222222"/>
                </a:solidFill>
                <a:latin typeface="Calibri"/>
              </a:rPr>
              <a:t>• i</a:t>
            </a:r>
          </a:p>
          <a:p>
            <a:pPr lvl="1"/>
            <a:r>
              <a:rPr sz="1200" b="0">
                <a:solidFill>
                  <a:srgbClr val="222222"/>
                </a:solidFill>
                <a:latin typeface="Calibri"/>
              </a:rPr>
              <a:t>• c</a:t>
            </a:r>
          </a:p>
          <a:p>
            <a:pPr lvl="1"/>
            <a:r>
              <a:rPr sz="1200" b="0">
                <a:solidFill>
                  <a:srgbClr val="222222"/>
                </a:solidFill>
                <a:latin typeface="Calibri"/>
              </a:rPr>
              <a:t>• i</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t</a:t>
            </a:r>
          </a:p>
          <a:p>
            <a:pPr lvl="1"/>
            <a:r>
              <a:rPr sz="1200" b="0">
                <a:solidFill>
                  <a:srgbClr val="222222"/>
                </a:solidFill>
                <a:latin typeface="Calibri"/>
              </a:rPr>
              <a:t>• l</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w</a:t>
            </a:r>
          </a:p>
          <a:p>
            <a:pPr lvl="1"/>
            <a:r>
              <a:rPr sz="1200" b="0">
                <a:solidFill>
                  <a:srgbClr val="222222"/>
                </a:solidFill>
                <a:latin typeface="Calibri"/>
              </a:rPr>
              <a:t>• h</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v</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e</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h</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c</a:t>
            </a:r>
          </a:p>
          <a:p>
            <a:pPr lvl="1"/>
            <a:r>
              <a:rPr sz="1200" b="0">
                <a:solidFill>
                  <a:srgbClr val="222222"/>
                </a:solidFill>
                <a:latin typeface="Calibri"/>
              </a:rPr>
              <a:t>• e</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d</a:t>
            </a:r>
          </a:p>
          <a:p>
            <a:pPr lvl="1"/>
            <a:r>
              <a:rPr sz="1200" b="0">
                <a:solidFill>
                  <a:srgbClr val="222222"/>
                </a:solidFill>
                <a:latin typeface="Calibri"/>
              </a:rPr>
              <a:t>• u</a:t>
            </a:r>
          </a:p>
          <a:p>
            <a:pPr lvl="1"/>
            <a:r>
              <a:rPr sz="1200" b="0">
                <a:solidFill>
                  <a:srgbClr val="222222"/>
                </a:solidFill>
                <a:latin typeface="Calibri"/>
              </a:rPr>
              <a:t>• c</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v</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W</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d</a:t>
            </a:r>
          </a:p>
          <a:p>
            <a:pPr lvl="1"/>
            <a:r>
              <a:rPr sz="1200" b="0">
                <a:solidFill>
                  <a:srgbClr val="222222"/>
                </a:solidFill>
                <a:latin typeface="Calibri"/>
              </a:rPr>
              <a:t>• u</a:t>
            </a:r>
          </a:p>
          <a:p>
            <a:pPr lvl="1"/>
            <a:r>
              <a:rPr sz="1200" b="0">
                <a:solidFill>
                  <a:srgbClr val="222222"/>
                </a:solidFill>
                <a:latin typeface="Calibri"/>
              </a:rPr>
              <a:t>• s</a:t>
            </a:r>
          </a:p>
          <a:p>
            <a:pPr lvl="1"/>
            <a:r>
              <a:rPr sz="1200" b="0">
                <a:solidFill>
                  <a:srgbClr val="222222"/>
                </a:solidFill>
                <a:latin typeface="Calibri"/>
              </a:rPr>
              <a:t>• t</a:t>
            </a:r>
          </a:p>
          <a:p>
            <a:pPr lvl="1"/>
            <a:r>
              <a:rPr sz="1200" b="0">
                <a:solidFill>
                  <a:srgbClr val="222222"/>
                </a:solidFill>
                <a:latin typeface="Calibri"/>
              </a:rPr>
              <a:t>• r</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l</a:t>
            </a:r>
          </a:p>
          <a:p>
            <a:pPr lvl="1"/>
            <a:r>
              <a:rPr sz="1200" b="0">
                <a:solidFill>
                  <a:srgbClr val="222222"/>
                </a:solidFill>
                <a:latin typeface="Calibri"/>
              </a:rPr>
              <a:t>• e</a:t>
            </a:r>
          </a:p>
          <a:p>
            <a:pPr lvl="1"/>
            <a:r>
              <a:rPr sz="1200" b="0">
                <a:solidFill>
                  <a:srgbClr val="222222"/>
                </a:solidFill>
                <a:latin typeface="Calibri"/>
              </a:rPr>
              <a:t>• a</a:t>
            </a:r>
          </a:p>
          <a:p>
            <a:pPr lvl="1"/>
            <a:r>
              <a:rPr sz="1200" b="0">
                <a:solidFill>
                  <a:srgbClr val="222222"/>
                </a:solidFill>
                <a:latin typeface="Calibri"/>
              </a:rPr>
              <a:t>• d</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U</a:t>
            </a:r>
          </a:p>
          <a:p>
            <a:pPr lvl="1"/>
            <a:r>
              <a:rPr sz="1200" b="0">
                <a:solidFill>
                  <a:srgbClr val="222222"/>
                </a:solidFill>
                <a:latin typeface="Calibri"/>
              </a:rPr>
              <a:t>• l</a:t>
            </a:r>
          </a:p>
          <a:p>
            <a:pPr lvl="1"/>
            <a:r>
              <a:rPr sz="1200" b="0">
                <a:solidFill>
                  <a:srgbClr val="222222"/>
                </a:solidFill>
                <a:latin typeface="Calibri"/>
              </a:rPr>
              <a:t>• t</a:t>
            </a:r>
          </a:p>
          <a:p>
            <a:pPr lvl="1"/>
            <a:r>
              <a:rPr sz="1200" b="0">
                <a:solidFill>
                  <a:srgbClr val="222222"/>
                </a:solidFill>
                <a:latin typeface="Calibri"/>
              </a:rPr>
              <a:t>• r</a:t>
            </a:r>
          </a:p>
          <a:p>
            <a:pPr lvl="1"/>
            <a:r>
              <a:rPr sz="1200" b="0">
                <a:solidFill>
                  <a:srgbClr val="222222"/>
                </a:solidFill>
                <a:latin typeface="Calibri"/>
              </a:rPr>
              <a:t>• a</a:t>
            </a:r>
          </a:p>
          <a:p>
            <a:pPr lvl="1"/>
            <a:r>
              <a:rPr sz="1200" b="0">
                <a:solidFill>
                  <a:srgbClr val="222222"/>
                </a:solidFill>
                <a:latin typeface="Calibri"/>
              </a:rPr>
              <a:t>• b</a:t>
            </a:r>
          </a:p>
          <a:p>
            <a:pPr lvl="1"/>
            <a:r>
              <a:rPr sz="1200" b="0">
                <a:solidFill>
                  <a:srgbClr val="222222"/>
                </a:solidFill>
                <a:latin typeface="Calibri"/>
              </a:rPr>
              <a:t>• o</a:t>
            </a:r>
          </a:p>
          <a:p>
            <a:pPr lvl="1"/>
            <a:r>
              <a:rPr sz="1200" b="0">
                <a:solidFill>
                  <a:srgbClr val="222222"/>
                </a:solidFill>
                <a:latin typeface="Calibri"/>
              </a:rPr>
              <a:t>• o</a:t>
            </a:r>
          </a:p>
          <a:p>
            <a:pPr lvl="1"/>
            <a:r>
              <a:rPr sz="1200" b="0">
                <a:solidFill>
                  <a:srgbClr val="222222"/>
                </a:solidFill>
                <a:latin typeface="Calibri"/>
              </a:rPr>
              <a:t>• k</a:t>
            </a:r>
          </a:p>
          <a:p>
            <a:pPr lvl="1"/>
            <a:r>
              <a:rPr sz="1200" b="0">
                <a:solidFill>
                  <a:srgbClr val="222222"/>
                </a:solidFill>
                <a:latin typeface="Calibri"/>
              </a:rPr>
              <a:t>•  </a:t>
            </a:r>
          </a:p>
          <a:p>
            <a:pPr lvl="1"/>
            <a:r>
              <a:rPr sz="1200" b="0">
                <a:solidFill>
                  <a:srgbClr val="222222"/>
                </a:solidFill>
                <a:latin typeface="Calibri"/>
              </a:rPr>
              <a:t>• d</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i</a:t>
            </a:r>
          </a:p>
          <a:p>
            <a:pPr lvl="1"/>
            <a:r>
              <a:rPr sz="1200" b="0">
                <a:solidFill>
                  <a:srgbClr val="222222"/>
                </a:solidFill>
                <a:latin typeface="Calibri"/>
              </a:rPr>
              <a:t>• g</a:t>
            </a:r>
          </a:p>
          <a:p>
            <a:pPr lvl="1"/>
            <a:r>
              <a:rPr sz="1200" b="0">
                <a:solidFill>
                  <a:srgbClr val="222222"/>
                </a:solidFill>
                <a:latin typeface="Calibri"/>
              </a:rPr>
              <a:t>• n</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y</a:t>
            </a:r>
          </a:p>
          <a:p>
            <a:pPr lvl="1"/>
            <a:r>
              <a:rPr sz="1200" b="0">
                <a:solidFill>
                  <a:srgbClr val="222222"/>
                </a:solidFill>
                <a:latin typeface="Calibri"/>
              </a:rPr>
              <a:t>• o</a:t>
            </a:r>
          </a:p>
          <a:p>
            <a:pPr lvl="1"/>
            <a:r>
              <a:rPr sz="1200" b="0">
                <a:solidFill>
                  <a:srgbClr val="222222"/>
                </a:solidFill>
                <a:latin typeface="Calibri"/>
              </a:rPr>
              <a:t>• u</a:t>
            </a:r>
          </a:p>
          <a:p>
            <a:pPr lvl="1"/>
            <a:r>
              <a:rPr sz="1200" b="0">
                <a:solidFill>
                  <a:srgbClr val="222222"/>
                </a:solidFill>
                <a:latin typeface="Calibri"/>
              </a:rPr>
              <a:t>•  </a:t>
            </a:r>
          </a:p>
          <a:p>
            <a:pPr lvl="1"/>
            <a:r>
              <a:rPr sz="1200" b="0">
                <a:solidFill>
                  <a:srgbClr val="222222"/>
                </a:solidFill>
                <a:latin typeface="Calibri"/>
              </a:rPr>
              <a:t>• c</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x</a:t>
            </a:r>
          </a:p>
          <a:p>
            <a:pPr lvl="1"/>
            <a:r>
              <a:rPr sz="1200" b="0">
                <a:solidFill>
                  <a:srgbClr val="222222"/>
                </a:solidFill>
                <a:latin typeface="Calibri"/>
              </a:rPr>
              <a:t>• p</a:t>
            </a:r>
          </a:p>
          <a:p>
            <a:pPr lvl="1"/>
            <a:r>
              <a:rPr sz="1200" b="0">
                <a:solidFill>
                  <a:srgbClr val="222222"/>
                </a:solidFill>
                <a:latin typeface="Calibri"/>
              </a:rPr>
              <a:t>• e</a:t>
            </a:r>
          </a:p>
          <a:p>
            <a:pPr lvl="1"/>
            <a:r>
              <a:rPr sz="1200" b="0">
                <a:solidFill>
                  <a:srgbClr val="222222"/>
                </a:solidFill>
                <a:latin typeface="Calibri"/>
              </a:rPr>
              <a:t>• c</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h</a:t>
            </a:r>
          </a:p>
          <a:p>
            <a:pPr lvl="1"/>
            <a:r>
              <a:rPr sz="1200" b="0">
                <a:solidFill>
                  <a:srgbClr val="222222"/>
                </a:solidFill>
                <a:latin typeface="Calibri"/>
              </a:rPr>
              <a:t>• i</a:t>
            </a:r>
          </a:p>
          <a:p>
            <a:pPr lvl="1"/>
            <a:r>
              <a:rPr sz="1200" b="0">
                <a:solidFill>
                  <a:srgbClr val="222222"/>
                </a:solidFill>
                <a:latin typeface="Calibri"/>
              </a:rPr>
              <a:t>• g</a:t>
            </a:r>
          </a:p>
          <a:p>
            <a:pPr lvl="1"/>
            <a:r>
              <a:rPr sz="1200" b="0">
                <a:solidFill>
                  <a:srgbClr val="222222"/>
                </a:solidFill>
                <a:latin typeface="Calibri"/>
              </a:rPr>
              <a:t>• h</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f</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m</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c</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u</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f</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f</a:t>
            </a:r>
          </a:p>
          <a:p>
            <a:pPr lvl="1"/>
            <a:r>
              <a:rPr sz="1200" b="0">
                <a:solidFill>
                  <a:srgbClr val="222222"/>
                </a:solidFill>
                <a:latin typeface="Calibri"/>
              </a:rPr>
              <a:t>• f</a:t>
            </a:r>
          </a:p>
          <a:p>
            <a:pPr lvl="1"/>
            <a:r>
              <a:rPr sz="1200" b="0">
                <a:solidFill>
                  <a:srgbClr val="222222"/>
                </a:solidFill>
                <a:latin typeface="Calibri"/>
              </a:rPr>
              <a:t>• i</a:t>
            </a:r>
          </a:p>
          <a:p>
            <a:pPr lvl="1"/>
            <a:r>
              <a:rPr sz="1200" b="0">
                <a:solidFill>
                  <a:srgbClr val="222222"/>
                </a:solidFill>
                <a:latin typeface="Calibri"/>
              </a:rPr>
              <a:t>• c</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m</a:t>
            </a:r>
          </a:p>
          <a:p>
            <a:pPr lvl="1"/>
            <a:r>
              <a:rPr sz="1200" b="0">
                <a:solidFill>
                  <a:srgbClr val="222222"/>
                </a:solidFill>
                <a:latin typeface="Calibri"/>
              </a:rPr>
              <a:t>• a</a:t>
            </a:r>
          </a:p>
          <a:p>
            <a:pPr lvl="1"/>
            <a:r>
              <a:rPr sz="1200" b="0">
                <a:solidFill>
                  <a:srgbClr val="222222"/>
                </a:solidFill>
                <a:latin typeface="Calibri"/>
              </a:rPr>
              <a:t>• k</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v</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a</a:t>
            </a:r>
          </a:p>
          <a:p>
            <a:pPr lvl="1"/>
            <a:r>
              <a:rPr sz="1200" b="0">
                <a:solidFill>
                  <a:srgbClr val="222222"/>
                </a:solidFill>
                <a:latin typeface="Calibri"/>
              </a:rPr>
              <a:t>• s</a:t>
            </a:r>
          </a:p>
          <a:p>
            <a:pPr lvl="1"/>
            <a:r>
              <a:rPr sz="1200" b="0">
                <a:solidFill>
                  <a:srgbClr val="222222"/>
                </a:solidFill>
                <a:latin typeface="Calibri"/>
              </a:rPr>
              <a:t>• k</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e</a:t>
            </a:r>
          </a:p>
          <a:p>
            <a:pPr lvl="1"/>
            <a:r>
              <a:rPr sz="1200" b="0">
                <a:solidFill>
                  <a:srgbClr val="222222"/>
                </a:solidFill>
                <a:latin typeface="Calibri"/>
              </a:rPr>
              <a:t>• a</a:t>
            </a:r>
          </a:p>
          <a:p>
            <a:pPr lvl="1"/>
            <a:r>
              <a:rPr sz="1200" b="0">
                <a:solidFill>
                  <a:srgbClr val="222222"/>
                </a:solidFill>
                <a:latin typeface="Calibri"/>
              </a:rPr>
              <a:t>• m</a:t>
            </a:r>
          </a:p>
          <a:p>
            <a:pPr lvl="1"/>
            <a:r>
              <a:rPr sz="1200" b="0">
                <a:solidFill>
                  <a:srgbClr val="222222"/>
                </a:solidFill>
                <a:latin typeface="Calibri"/>
              </a:rPr>
              <a:t>• l</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b</a:t>
            </a:r>
          </a:p>
          <a:p>
            <a:pPr lvl="1"/>
            <a:r>
              <a:rPr sz="1200" b="0">
                <a:solidFill>
                  <a:srgbClr val="222222"/>
                </a:solidFill>
                <a:latin typeface="Calibri"/>
              </a:rPr>
              <a:t>• u</a:t>
            </a:r>
          </a:p>
          <a:p>
            <a:pPr lvl="1"/>
            <a:r>
              <a:rPr sz="1200" b="0">
                <a:solidFill>
                  <a:srgbClr val="222222"/>
                </a:solidFill>
                <a:latin typeface="Calibri"/>
              </a:rPr>
              <a:t>• s</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e</a:t>
            </a:r>
          </a:p>
          <a:p>
            <a:pPr lvl="1"/>
            <a:r>
              <a:rPr sz="1200" b="0">
                <a:solidFill>
                  <a:srgbClr val="222222"/>
                </a:solidFill>
                <a:latin typeface="Calibri"/>
              </a:rPr>
              <a:t>• c</a:t>
            </a:r>
          </a:p>
          <a:p>
            <a:pPr lvl="1"/>
            <a:r>
              <a:rPr sz="1200" b="0">
                <a:solidFill>
                  <a:srgbClr val="222222"/>
                </a:solidFill>
                <a:latin typeface="Calibri"/>
              </a:rPr>
              <a:t>• u</a:t>
            </a:r>
          </a:p>
          <a:p>
            <a:pPr lvl="1"/>
            <a:r>
              <a:rPr sz="1200" b="0">
                <a:solidFill>
                  <a:srgbClr val="222222"/>
                </a:solidFill>
                <a:latin typeface="Calibri"/>
              </a:rPr>
              <a:t>• r</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F</a:t>
            </a:r>
          </a:p>
          <a:p>
            <a:pPr lvl="1"/>
            <a:r>
              <a:rPr sz="1200" b="0">
                <a:solidFill>
                  <a:srgbClr val="222222"/>
                </a:solidFill>
                <a:latin typeface="Calibri"/>
              </a:rPr>
              <a:t>• e</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u</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B</a:t>
            </a:r>
          </a:p>
          <a:p>
            <a:pPr lvl="1"/>
            <a:r>
              <a:rPr sz="1200" b="0">
                <a:solidFill>
                  <a:srgbClr val="222222"/>
                </a:solidFill>
                <a:latin typeface="Calibri"/>
              </a:rPr>
              <a:t>• u</a:t>
            </a:r>
          </a:p>
          <a:p>
            <a:pPr lvl="1"/>
            <a:r>
              <a:rPr sz="1200" b="0">
                <a:solidFill>
                  <a:srgbClr val="222222"/>
                </a:solidFill>
                <a:latin typeface="Calibri"/>
              </a:rPr>
              <a:t>• i</a:t>
            </a:r>
          </a:p>
          <a:p>
            <a:pPr lvl="1"/>
            <a:r>
              <a:rPr sz="1200" b="0">
                <a:solidFill>
                  <a:srgbClr val="222222"/>
                </a:solidFill>
                <a:latin typeface="Calibri"/>
              </a:rPr>
              <a:t>• l</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w</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v</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t</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p</a:t>
            </a:r>
          </a:p>
          <a:p>
            <a:pPr lvl="1"/>
            <a:r>
              <a:rPr sz="1200" b="0">
                <a:solidFill>
                  <a:srgbClr val="222222"/>
                </a:solidFill>
                <a:latin typeface="Calibri"/>
              </a:rPr>
              <a:t>• r</a:t>
            </a:r>
          </a:p>
          <a:p>
            <a:pPr lvl="1"/>
            <a:r>
              <a:rPr sz="1200" b="0">
                <a:solidFill>
                  <a:srgbClr val="222222"/>
                </a:solidFill>
                <a:latin typeface="Calibri"/>
              </a:rPr>
              <a:t>• i</a:t>
            </a:r>
          </a:p>
          <a:p>
            <a:pPr lvl="1"/>
            <a:r>
              <a:rPr sz="1200" b="0">
                <a:solidFill>
                  <a:srgbClr val="222222"/>
                </a:solidFill>
                <a:latin typeface="Calibri"/>
              </a:rPr>
              <a:t>• s</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e</a:t>
            </a:r>
          </a:p>
          <a:p>
            <a:pPr lvl="1"/>
            <a:r>
              <a:rPr sz="1200" b="0">
                <a:solidFill>
                  <a:srgbClr val="222222"/>
                </a:solidFill>
                <a:latin typeface="Calibri"/>
              </a:rPr>
              <a:t>• c</a:t>
            </a:r>
          </a:p>
          <a:p>
            <a:pPr lvl="1"/>
            <a:r>
              <a:rPr sz="1200" b="0">
                <a:solidFill>
                  <a:srgbClr val="222222"/>
                </a:solidFill>
                <a:latin typeface="Calibri"/>
              </a:rPr>
              <a:t>• u</a:t>
            </a:r>
          </a:p>
          <a:p>
            <a:pPr lvl="1"/>
            <a:r>
              <a:rPr sz="1200" b="0">
                <a:solidFill>
                  <a:srgbClr val="222222"/>
                </a:solidFill>
                <a:latin typeface="Calibri"/>
              </a:rPr>
              <a:t>• r</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m</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a</a:t>
            </a:r>
          </a:p>
          <a:p>
            <a:pPr lvl="1"/>
            <a:r>
              <a:rPr sz="1200" b="0">
                <a:solidFill>
                  <a:srgbClr val="222222"/>
                </a:solidFill>
                <a:latin typeface="Calibri"/>
              </a:rPr>
              <a:t>• g</a:t>
            </a:r>
          </a:p>
          <a:p>
            <a:pPr lvl="1"/>
            <a:r>
              <a:rPr sz="1200" b="0">
                <a:solidFill>
                  <a:srgbClr val="222222"/>
                </a:solidFill>
                <a:latin typeface="Calibri"/>
              </a:rPr>
              <a:t>• e</a:t>
            </a:r>
          </a:p>
          <a:p>
            <a:pPr lvl="1"/>
            <a:r>
              <a:rPr sz="1200" b="0">
                <a:solidFill>
                  <a:srgbClr val="222222"/>
                </a:solidFill>
                <a:latin typeface="Calibri"/>
              </a:rPr>
              <a:t>• m</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e</a:t>
            </a:r>
          </a:p>
          <a:p>
            <a:pPr lvl="1"/>
            <a:r>
              <a:rPr sz="1200" b="0">
                <a:solidFill>
                  <a:srgbClr val="222222"/>
                </a:solidFill>
                <a:latin typeface="Calibri"/>
              </a:rPr>
              <a:t>• c</a:t>
            </a:r>
          </a:p>
          <a:p>
            <a:pPr lvl="1"/>
            <a:r>
              <a:rPr sz="1200" b="0">
                <a:solidFill>
                  <a:srgbClr val="222222"/>
                </a:solidFill>
                <a:latin typeface="Calibri"/>
              </a:rPr>
              <a:t>• h</a:t>
            </a:r>
          </a:p>
          <a:p>
            <a:pPr lvl="1"/>
            <a:r>
              <a:rPr sz="1200" b="0">
                <a:solidFill>
                  <a:srgbClr val="222222"/>
                </a:solidFill>
                <a:latin typeface="Calibri"/>
              </a:rPr>
              <a:t>• n</a:t>
            </a:r>
          </a:p>
          <a:p>
            <a:pPr lvl="1"/>
            <a:r>
              <a:rPr sz="1200" b="0">
                <a:solidFill>
                  <a:srgbClr val="222222"/>
                </a:solidFill>
                <a:latin typeface="Calibri"/>
              </a:rPr>
              <a:t>• o</a:t>
            </a:r>
          </a:p>
          <a:p>
            <a:pPr lvl="1"/>
            <a:r>
              <a:rPr sz="1200" b="0">
                <a:solidFill>
                  <a:srgbClr val="222222"/>
                </a:solidFill>
                <a:latin typeface="Calibri"/>
              </a:rPr>
              <a:t>• l</a:t>
            </a:r>
          </a:p>
          <a:p>
            <a:pPr lvl="1"/>
            <a:r>
              <a:rPr sz="1200" b="0">
                <a:solidFill>
                  <a:srgbClr val="222222"/>
                </a:solidFill>
                <a:latin typeface="Calibri"/>
              </a:rPr>
              <a:t>• o</a:t>
            </a:r>
          </a:p>
          <a:p>
            <a:pPr lvl="1"/>
            <a:r>
              <a:rPr sz="1200" b="0">
                <a:solidFill>
                  <a:srgbClr val="222222"/>
                </a:solidFill>
                <a:latin typeface="Calibri"/>
              </a:rPr>
              <a:t>• g</a:t>
            </a:r>
          </a:p>
          <a:p>
            <a:pPr lvl="1"/>
            <a:r>
              <a:rPr sz="1200" b="0">
                <a:solidFill>
                  <a:srgbClr val="222222"/>
                </a:solidFill>
                <a:latin typeface="Calibri"/>
              </a:rPr>
              <a:t>• i</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a</a:t>
            </a:r>
          </a:p>
          <a:p>
            <a:pPr lvl="1"/>
            <a:r>
              <a:rPr sz="1200" b="0">
                <a:solidFill>
                  <a:srgbClr val="222222"/>
                </a:solidFill>
                <a:latin typeface="Calibri"/>
              </a:rPr>
              <a:t>• f</a:t>
            </a:r>
          </a:p>
          <a:p>
            <a:pPr lvl="1"/>
            <a:r>
              <a:rPr sz="1200" b="0">
                <a:solidFill>
                  <a:srgbClr val="222222"/>
                </a:solidFill>
                <a:latin typeface="Calibri"/>
              </a:rPr>
              <a:t>• e</a:t>
            </a:r>
          </a:p>
          <a:p>
            <a:pPr lvl="1"/>
            <a:r>
              <a:rPr sz="1200" b="0">
                <a:solidFill>
                  <a:srgbClr val="222222"/>
                </a:solidFill>
                <a:latin typeface="Calibri"/>
              </a:rPr>
              <a:t>• g</a:t>
            </a:r>
          </a:p>
          <a:p>
            <a:pPr lvl="1"/>
            <a:r>
              <a:rPr sz="1200" b="0">
                <a:solidFill>
                  <a:srgbClr val="222222"/>
                </a:solidFill>
                <a:latin typeface="Calibri"/>
              </a:rPr>
              <a:t>• u</a:t>
            </a:r>
          </a:p>
          <a:p>
            <a:pPr lvl="1"/>
            <a:r>
              <a:rPr sz="1200" b="0">
                <a:solidFill>
                  <a:srgbClr val="222222"/>
                </a:solidFill>
                <a:latin typeface="Calibri"/>
              </a:rPr>
              <a:t>• a</a:t>
            </a:r>
          </a:p>
          <a:p>
            <a:pPr lvl="1"/>
            <a:r>
              <a:rPr sz="1200" b="0">
                <a:solidFill>
                  <a:srgbClr val="222222"/>
                </a:solidFill>
                <a:latin typeface="Calibri"/>
              </a:rPr>
              <a:t>• r</a:t>
            </a:r>
          </a:p>
          <a:p>
            <a:pPr lvl="1"/>
            <a:r>
              <a:rPr sz="1200" b="0">
                <a:solidFill>
                  <a:srgbClr val="222222"/>
                </a:solidFill>
                <a:latin typeface="Calibri"/>
              </a:rPr>
              <a:t>• d</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y</a:t>
            </a:r>
          </a:p>
          <a:p>
            <a:pPr lvl="1"/>
            <a:r>
              <a:rPr sz="1200" b="0">
                <a:solidFill>
                  <a:srgbClr val="222222"/>
                </a:solidFill>
                <a:latin typeface="Calibri"/>
              </a:rPr>
              <a:t>• o</a:t>
            </a:r>
          </a:p>
          <a:p>
            <a:pPr lvl="1"/>
            <a:r>
              <a:rPr sz="1200" b="0">
                <a:solidFill>
                  <a:srgbClr val="222222"/>
                </a:solidFill>
                <a:latin typeface="Calibri"/>
              </a:rPr>
              <a:t>• u</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s</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v</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d</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a</a:t>
            </a:r>
          </a:p>
          <a:p>
            <a:pPr lvl="1"/>
            <a:r>
              <a:rPr sz="1200" b="0">
                <a:solidFill>
                  <a:srgbClr val="222222"/>
                </a:solidFill>
                <a:latin typeface="Calibri"/>
              </a:rPr>
              <a:t>•  </a:t>
            </a:r>
          </a:p>
          <a:p>
            <a:pPr lvl="1"/>
            <a:r>
              <a:rPr sz="1200" b="0">
                <a:solidFill>
                  <a:srgbClr val="222222"/>
                </a:solidFill>
                <a:latin typeface="Calibri"/>
              </a:rPr>
              <a:t>• w</a:t>
            </a:r>
          </a:p>
          <a:p>
            <a:pPr lvl="1"/>
            <a:r>
              <a:rPr sz="1200" b="0">
                <a:solidFill>
                  <a:srgbClr val="222222"/>
                </a:solidFill>
                <a:latin typeface="Calibri"/>
              </a:rPr>
              <a:t>• h</a:t>
            </a:r>
          </a:p>
          <a:p>
            <a:pPr lvl="1"/>
            <a:r>
              <a:rPr sz="1200" b="0">
                <a:solidFill>
                  <a:srgbClr val="222222"/>
                </a:solidFill>
                <a:latin typeface="Calibri"/>
              </a:rPr>
              <a:t>• i</a:t>
            </a:r>
          </a:p>
          <a:p>
            <a:pPr lvl="1"/>
            <a:r>
              <a:rPr sz="1200" b="0">
                <a:solidFill>
                  <a:srgbClr val="222222"/>
                </a:solidFill>
                <a:latin typeface="Calibri"/>
              </a:rPr>
              <a:t>• l</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r</a:t>
            </a:r>
          </a:p>
          <a:p>
            <a:pPr lvl="1"/>
            <a:r>
              <a:rPr sz="1200" b="0">
                <a:solidFill>
                  <a:srgbClr val="222222"/>
                </a:solidFill>
                <a:latin typeface="Calibri"/>
              </a:rPr>
              <a:t>• a</a:t>
            </a:r>
          </a:p>
          <a:p>
            <a:pPr lvl="1"/>
            <a:r>
              <a:rPr sz="1200" b="0">
                <a:solidFill>
                  <a:srgbClr val="222222"/>
                </a:solidFill>
                <a:latin typeface="Calibri"/>
              </a:rPr>
              <a:t>• v</a:t>
            </a:r>
          </a:p>
          <a:p>
            <a:pPr lvl="1"/>
            <a:r>
              <a:rPr sz="1200" b="0">
                <a:solidFill>
                  <a:srgbClr val="222222"/>
                </a:solidFill>
                <a:latin typeface="Calibri"/>
              </a:rPr>
              <a:t>• e</a:t>
            </a:r>
          </a:p>
          <a:p>
            <a:pPr lvl="1"/>
            <a:r>
              <a:rPr sz="1200" b="0">
                <a:solidFill>
                  <a:srgbClr val="222222"/>
                </a:solidFill>
                <a:latin typeface="Calibri"/>
              </a:rPr>
              <a:t>• l</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s</a:t>
            </a:r>
          </a:p>
          <a:p>
            <a:pPr lvl="1"/>
            <a:r>
              <a:rPr sz="1200" b="0">
                <a:solidFill>
                  <a:srgbClr val="222222"/>
                </a:solidFill>
                <a:latin typeface="Calibri"/>
              </a:rPr>
              <a:t>• u</a:t>
            </a:r>
          </a:p>
          <a:p>
            <a:pPr lvl="1"/>
            <a:r>
              <a:rPr sz="1200" b="0">
                <a:solidFill>
                  <a:srgbClr val="222222"/>
                </a:solidFill>
                <a:latin typeface="Calibri"/>
              </a:rPr>
              <a:t>• r</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e</a:t>
            </a:r>
          </a:p>
          <a:p>
            <a:pPr lvl="1"/>
            <a:r>
              <a:rPr sz="1200" b="0">
                <a:solidFill>
                  <a:srgbClr val="222222"/>
                </a:solidFill>
                <a:latin typeface="Calibri"/>
              </a:rPr>
              <a:t>• a</a:t>
            </a:r>
          </a:p>
          <a:p>
            <a:pPr lvl="1"/>
            <a:r>
              <a:rPr sz="1200" b="0">
                <a:solidFill>
                  <a:srgbClr val="222222"/>
                </a:solidFill>
                <a:latin typeface="Calibri"/>
              </a:rPr>
              <a:t>• c</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f</a:t>
            </a:r>
          </a:p>
          <a:p>
            <a:pPr lvl="1"/>
            <a:r>
              <a:rPr sz="1200" b="0">
                <a:solidFill>
                  <a:srgbClr val="222222"/>
                </a:solidFill>
                <a:latin typeface="Calibri"/>
              </a:rPr>
              <a:t>•  </a:t>
            </a:r>
          </a:p>
          <a:p>
            <a:pPr lvl="1"/>
            <a:r>
              <a:rPr sz="1200" b="0">
                <a:solidFill>
                  <a:srgbClr val="222222"/>
                </a:solidFill>
                <a:latin typeface="Calibri"/>
              </a:rPr>
              <a:t>• m</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x</a:t>
            </a:r>
          </a:p>
          <a:p>
            <a:pPr lvl="1"/>
            <a:r>
              <a:rPr sz="1200" b="0">
                <a:solidFill>
                  <a:srgbClr val="222222"/>
                </a:solidFill>
                <a:latin typeface="Calibri"/>
              </a:rPr>
              <a:t>• p</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d</a:t>
            </a:r>
          </a:p>
          <a:p>
            <a:pPr lvl="1"/>
            <a:r>
              <a:rPr sz="1200" b="0">
                <a:solidFill>
                  <a:srgbClr val="222222"/>
                </a:solidFill>
                <a:latin typeface="Calibri"/>
              </a:rPr>
              <a:t>• a</a:t>
            </a:r>
          </a:p>
          <a:p>
            <a:pPr lvl="1"/>
            <a:r>
              <a:rPr sz="1200" b="0">
                <a:solidFill>
                  <a:srgbClr val="222222"/>
                </a:solidFill>
                <a:latin typeface="Calibri"/>
              </a:rPr>
              <a:t>• b</a:t>
            </a:r>
          </a:p>
          <a:p>
            <a:pPr lvl="1"/>
            <a:r>
              <a:rPr sz="1200" b="0">
                <a:solidFill>
                  <a:srgbClr val="222222"/>
                </a:solidFill>
                <a:latin typeface="Calibri"/>
              </a:rPr>
              <a:t>• l</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M</a:t>
            </a:r>
          </a:p>
          <a:p>
            <a:pPr lvl="1"/>
            <a:r>
              <a:rPr sz="1200" b="0">
                <a:solidFill>
                  <a:srgbClr val="222222"/>
                </a:solidFill>
                <a:latin typeface="Calibri"/>
              </a:rPr>
              <a:t>• e</a:t>
            </a:r>
          </a:p>
          <a:p>
            <a:pPr lvl="1"/>
            <a:r>
              <a:rPr sz="1200" b="0">
                <a:solidFill>
                  <a:srgbClr val="222222"/>
                </a:solidFill>
                <a:latin typeface="Calibri"/>
              </a:rPr>
              <a:t>• m</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F</a:t>
            </a:r>
          </a:p>
          <a:p>
            <a:pPr lvl="1"/>
            <a:r>
              <a:rPr sz="1200" b="0">
                <a:solidFill>
                  <a:srgbClr val="222222"/>
                </a:solidFill>
                <a:latin typeface="Calibri"/>
              </a:rPr>
              <a:t>• u</a:t>
            </a:r>
          </a:p>
          <a:p>
            <a:pPr lvl="1"/>
            <a:r>
              <a:rPr sz="1200" b="0">
                <a:solidFill>
                  <a:srgbClr val="222222"/>
                </a:solidFill>
                <a:latin typeface="Calibri"/>
              </a:rPr>
              <a:t>• t</a:t>
            </a:r>
          </a:p>
          <a:p>
            <a:pPr lvl="1"/>
            <a:r>
              <a:rPr sz="1200" b="0">
                <a:solidFill>
                  <a:srgbClr val="222222"/>
                </a:solidFill>
                <a:latin typeface="Calibri"/>
              </a:rPr>
              <a:t>• u</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o</a:t>
            </a:r>
          </a:p>
          <a:p>
            <a:pPr lvl="1"/>
            <a:r>
              <a:rPr sz="1200" b="0">
                <a:solidFill>
                  <a:srgbClr val="222222"/>
                </a:solidFill>
                <a:latin typeface="Calibri"/>
              </a:rPr>
              <a:t>• f</a:t>
            </a:r>
          </a:p>
          <a:p>
            <a:pPr lvl="1"/>
            <a:r>
              <a:rPr sz="1200" b="0">
                <a:solidFill>
                  <a:srgbClr val="222222"/>
                </a:solidFill>
                <a:latin typeface="Calibri"/>
              </a:rPr>
              <a:t>•  </a:t>
            </a:r>
          </a:p>
          <a:p>
            <a:pPr lvl="1"/>
            <a:r>
              <a:rPr sz="1200" b="0">
                <a:solidFill>
                  <a:srgbClr val="222222"/>
                </a:solidFill>
                <a:latin typeface="Calibri"/>
              </a:rPr>
              <a:t>• y</a:t>
            </a:r>
          </a:p>
          <a:p>
            <a:pPr lvl="1"/>
            <a:r>
              <a:rPr sz="1200" b="0">
                <a:solidFill>
                  <a:srgbClr val="222222"/>
                </a:solidFill>
                <a:latin typeface="Calibri"/>
              </a:rPr>
              <a:t>• o</a:t>
            </a:r>
          </a:p>
          <a:p>
            <a:pPr lvl="1"/>
            <a:r>
              <a:rPr sz="1200" b="0">
                <a:solidFill>
                  <a:srgbClr val="222222"/>
                </a:solidFill>
                <a:latin typeface="Calibri"/>
              </a:rPr>
              <a:t>• u</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v</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t</a:t>
            </a:r>
          </a:p>
          <a:p>
            <a:pPr lvl="1"/>
            <a:r>
              <a:rPr sz="1200" b="0">
                <a:solidFill>
                  <a:srgbClr val="222222"/>
                </a:solidFill>
                <a:latin typeface="Calibri"/>
              </a:rPr>
              <a:t>• m</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w</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b</a:t>
            </a:r>
          </a:p>
          <a:p>
            <a:pPr lvl="1"/>
            <a:r>
              <a:rPr sz="1200" b="0">
                <a:solidFill>
                  <a:srgbClr val="222222"/>
                </a:solidFill>
                <a:latin typeface="Calibri"/>
              </a:rPr>
              <a:t>• i</a:t>
            </a:r>
          </a:p>
          <a:p>
            <a:pPr lvl="1"/>
            <a:r>
              <a:rPr sz="1200" b="0">
                <a:solidFill>
                  <a:srgbClr val="222222"/>
                </a:solidFill>
                <a:latin typeface="Calibri"/>
              </a:rPr>
              <a:t>• l</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o</a:t>
            </a:r>
          </a:p>
          <a:p>
            <a:pPr lvl="1"/>
            <a:r>
              <a:rPr sz="1200" b="0">
                <a:solidFill>
                  <a:srgbClr val="222222"/>
                </a:solidFill>
                <a:latin typeface="Calibri"/>
              </a:rPr>
              <a:t>•  </a:t>
            </a:r>
          </a:p>
          <a:p>
            <a:pPr lvl="1"/>
            <a:r>
              <a:rPr sz="1200" b="0">
                <a:solidFill>
                  <a:srgbClr val="222222"/>
                </a:solidFill>
                <a:latin typeface="Calibri"/>
              </a:rPr>
              <a:t>• u</a:t>
            </a:r>
          </a:p>
          <a:p>
            <a:pPr lvl="1"/>
            <a:r>
              <a:rPr sz="1200" b="0">
                <a:solidFill>
                  <a:srgbClr val="222222"/>
                </a:solidFill>
                <a:latin typeface="Calibri"/>
              </a:rPr>
              <a:t>• p</a:t>
            </a:r>
          </a:p>
          <a:p>
            <a:pPr lvl="1"/>
            <a:r>
              <a:rPr sz="1200" b="0">
                <a:solidFill>
                  <a:srgbClr val="222222"/>
                </a:solidFill>
                <a:latin typeface="Calibri"/>
              </a:rPr>
              <a:t>• g</a:t>
            </a:r>
          </a:p>
          <a:p>
            <a:pPr lvl="1"/>
            <a:r>
              <a:rPr sz="1200" b="0">
                <a:solidFill>
                  <a:srgbClr val="222222"/>
                </a:solidFill>
                <a:latin typeface="Calibri"/>
              </a:rPr>
              <a:t>• r</a:t>
            </a:r>
          </a:p>
          <a:p>
            <a:pPr lvl="1"/>
            <a:r>
              <a:rPr sz="1200" b="0">
                <a:solidFill>
                  <a:srgbClr val="222222"/>
                </a:solidFill>
                <a:latin typeface="Calibri"/>
              </a:rPr>
              <a:t>• a</a:t>
            </a:r>
          </a:p>
          <a:p>
            <a:pPr lvl="1"/>
            <a:r>
              <a:rPr sz="1200" b="0">
                <a:solidFill>
                  <a:srgbClr val="222222"/>
                </a:solidFill>
                <a:latin typeface="Calibri"/>
              </a:rPr>
              <a:t>• d</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R</a:t>
            </a:r>
          </a:p>
          <a:p>
            <a:pPr lvl="1"/>
            <a:r>
              <a:rPr sz="1200" b="0">
                <a:solidFill>
                  <a:srgbClr val="222222"/>
                </a:solidFill>
                <a:latin typeface="Calibri"/>
              </a:rPr>
              <a:t>• A</a:t>
            </a:r>
          </a:p>
          <a:p>
            <a:pPr lvl="1"/>
            <a:r>
              <a:rPr sz="1200" b="0">
                <a:solidFill>
                  <a:srgbClr val="222222"/>
                </a:solidFill>
                <a:latin typeface="Calibri"/>
              </a:rPr>
              <a:t>• M</a:t>
            </a:r>
          </a:p>
          <a:p>
            <a:pPr lvl="1"/>
            <a:r>
              <a:rPr sz="1200" b="0">
                <a:solidFill>
                  <a:srgbClr val="222222"/>
                </a:solidFill>
                <a:latin typeface="Calibri"/>
              </a:rPr>
              <a:t>•  </a:t>
            </a:r>
          </a:p>
          <a:p>
            <a:pPr lvl="1"/>
            <a:r>
              <a:rPr sz="1200" b="0">
                <a:solidFill>
                  <a:srgbClr val="222222"/>
                </a:solidFill>
                <a:latin typeface="Calibri"/>
              </a:rPr>
              <a:t>• u</a:t>
            </a:r>
          </a:p>
          <a:p>
            <a:pPr lvl="1"/>
            <a:r>
              <a:rPr sz="1200" b="0">
                <a:solidFill>
                  <a:srgbClr val="222222"/>
                </a:solidFill>
                <a:latin typeface="Calibri"/>
              </a:rPr>
              <a:t>• p</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o</a:t>
            </a:r>
          </a:p>
          <a:p>
            <a:pPr lvl="1"/>
            <a:r>
              <a:rPr sz="1200" b="0">
                <a:solidFill>
                  <a:srgbClr val="222222"/>
                </a:solidFill>
                <a:latin typeface="Calibri"/>
              </a:rPr>
              <a:t>•  </a:t>
            </a:r>
          </a:p>
          <a:p>
            <a:pPr lvl="1"/>
            <a:r>
              <a:rPr sz="1200" b="0">
                <a:solidFill>
                  <a:srgbClr val="222222"/>
                </a:solidFill>
                <a:latin typeface="Calibri"/>
              </a:rPr>
              <a:t>• 1</a:t>
            </a:r>
          </a:p>
          <a:p>
            <a:pPr lvl="1"/>
            <a:r>
              <a:rPr sz="1200" b="0">
                <a:solidFill>
                  <a:srgbClr val="222222"/>
                </a:solidFill>
                <a:latin typeface="Calibri"/>
              </a:rPr>
              <a:t>• 6</a:t>
            </a:r>
          </a:p>
          <a:p>
            <a:pPr lvl="1"/>
            <a:r>
              <a:rPr sz="1200" b="0">
                <a:solidFill>
                  <a:srgbClr val="222222"/>
                </a:solidFill>
                <a:latin typeface="Calibri"/>
              </a:rPr>
              <a:t>•  </a:t>
            </a:r>
          </a:p>
          <a:p>
            <a:pPr lvl="1"/>
            <a:r>
              <a:rPr sz="1200" b="0">
                <a:solidFill>
                  <a:srgbClr val="222222"/>
                </a:solidFill>
                <a:latin typeface="Calibri"/>
              </a:rPr>
              <a:t>• G</a:t>
            </a:r>
          </a:p>
          <a:p>
            <a:pPr lvl="1"/>
            <a:r>
              <a:rPr sz="1200" b="0">
                <a:solidFill>
                  <a:srgbClr val="222222"/>
                </a:solidFill>
                <a:latin typeface="Calibri"/>
              </a:rPr>
              <a:t>• B</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c</a:t>
            </a:r>
          </a:p>
          <a:p>
            <a:pPr lvl="1"/>
            <a:r>
              <a:rPr sz="1200" b="0">
                <a:solidFill>
                  <a:srgbClr val="222222"/>
                </a:solidFill>
                <a:latin typeface="Calibri"/>
              </a:rPr>
              <a:t>• c</a:t>
            </a:r>
          </a:p>
          <a:p>
            <a:pPr lvl="1"/>
            <a:r>
              <a:rPr sz="1200" b="0">
                <a:solidFill>
                  <a:srgbClr val="222222"/>
                </a:solidFill>
                <a:latin typeface="Calibri"/>
              </a:rPr>
              <a:t>• o</a:t>
            </a:r>
          </a:p>
          <a:p>
            <a:pPr lvl="1"/>
            <a:r>
              <a:rPr sz="1200" b="0">
                <a:solidFill>
                  <a:srgbClr val="222222"/>
                </a:solidFill>
                <a:latin typeface="Calibri"/>
              </a:rPr>
              <a:t>• m</a:t>
            </a:r>
          </a:p>
          <a:p>
            <a:pPr lvl="1"/>
            <a:r>
              <a:rPr sz="1200" b="0">
                <a:solidFill>
                  <a:srgbClr val="222222"/>
                </a:solidFill>
                <a:latin typeface="Calibri"/>
              </a:rPr>
              <a:t>• m</a:t>
            </a:r>
          </a:p>
          <a:p>
            <a:pPr lvl="1"/>
            <a:r>
              <a:rPr sz="1200" b="0">
                <a:solidFill>
                  <a:srgbClr val="222222"/>
                </a:solidFill>
                <a:latin typeface="Calibri"/>
              </a:rPr>
              <a:t>• o</a:t>
            </a:r>
          </a:p>
          <a:p>
            <a:pPr lvl="1"/>
            <a:r>
              <a:rPr sz="1200" b="0">
                <a:solidFill>
                  <a:srgbClr val="222222"/>
                </a:solidFill>
                <a:latin typeface="Calibri"/>
              </a:rPr>
              <a:t>• d</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y</a:t>
            </a:r>
          </a:p>
          <a:p>
            <a:pPr lvl="1"/>
            <a:r>
              <a:rPr sz="1200" b="0">
                <a:solidFill>
                  <a:srgbClr val="222222"/>
                </a:solidFill>
                <a:latin typeface="Calibri"/>
              </a:rPr>
              <a:t>• o</a:t>
            </a:r>
          </a:p>
          <a:p>
            <a:pPr lvl="1"/>
            <a:r>
              <a:rPr sz="1200" b="0">
                <a:solidFill>
                  <a:srgbClr val="222222"/>
                </a:solidFill>
                <a:latin typeface="Calibri"/>
              </a:rPr>
              <a:t>• u</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v</a:t>
            </a:r>
          </a:p>
          <a:p>
            <a:pPr lvl="1"/>
            <a:r>
              <a:rPr sz="1200" b="0">
                <a:solidFill>
                  <a:srgbClr val="222222"/>
                </a:solidFill>
                <a:latin typeface="Calibri"/>
              </a:rPr>
              <a:t>• o</a:t>
            </a:r>
          </a:p>
          <a:p>
            <a:pPr lvl="1"/>
            <a:r>
              <a:rPr sz="1200" b="0">
                <a:solidFill>
                  <a:srgbClr val="222222"/>
                </a:solidFill>
                <a:latin typeface="Calibri"/>
              </a:rPr>
              <a:t>• l</a:t>
            </a:r>
          </a:p>
          <a:p>
            <a:pPr lvl="1"/>
            <a:r>
              <a:rPr sz="1200" b="0">
                <a:solidFill>
                  <a:srgbClr val="222222"/>
                </a:solidFill>
                <a:latin typeface="Calibri"/>
              </a:rPr>
              <a:t>• v</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d</a:t>
            </a:r>
          </a:p>
          <a:p>
            <a:pPr lvl="1"/>
            <a:r>
              <a:rPr sz="1200" b="0">
                <a:solidFill>
                  <a:srgbClr val="222222"/>
                </a:solidFill>
                <a:latin typeface="Calibri"/>
              </a:rPr>
              <a:t>• u</a:t>
            </a:r>
          </a:p>
          <a:p>
            <a:pPr lvl="1"/>
            <a:r>
              <a:rPr sz="1200" b="0">
                <a:solidFill>
                  <a:srgbClr val="222222"/>
                </a:solidFill>
                <a:latin typeface="Calibri"/>
              </a:rPr>
              <a:t>• c</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v</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d</a:t>
            </a:r>
          </a:p>
          <a:p>
            <a:pPr lvl="1"/>
            <a:r>
              <a:rPr sz="1200" b="0">
                <a:solidFill>
                  <a:srgbClr val="222222"/>
                </a:solidFill>
                <a:latin typeface="Calibri"/>
              </a:rPr>
              <a:t>• e</a:t>
            </a:r>
          </a:p>
          <a:p>
            <a:pPr lvl="1"/>
            <a:r>
              <a:rPr sz="1200" b="0">
                <a:solidFill>
                  <a:srgbClr val="222222"/>
                </a:solidFill>
                <a:latin typeface="Calibri"/>
              </a:rPr>
              <a:t>• m</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d</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R</a:t>
            </a:r>
          </a:p>
          <a:p>
            <a:pPr lvl="1"/>
            <a:r>
              <a:rPr sz="1200" b="0">
                <a:solidFill>
                  <a:srgbClr val="222222"/>
                </a:solidFill>
                <a:latin typeface="Calibri"/>
              </a:rPr>
              <a:t>• i</a:t>
            </a:r>
          </a:p>
          <a:p>
            <a:pPr lvl="1"/>
            <a:r>
              <a:rPr sz="1200" b="0">
                <a:solidFill>
                  <a:srgbClr val="222222"/>
                </a:solidFill>
                <a:latin typeface="Calibri"/>
              </a:rPr>
              <a:t>• c</a:t>
            </a:r>
          </a:p>
          <a:p>
            <a:pPr lvl="1"/>
            <a:r>
              <a:rPr sz="1200" b="0">
                <a:solidFill>
                  <a:srgbClr val="222222"/>
                </a:solidFill>
                <a:latin typeface="Calibri"/>
              </a:rPr>
              <a:t>• h</a:t>
            </a:r>
          </a:p>
          <a:p>
            <a:pPr lvl="1"/>
            <a:r>
              <a:rPr sz="1200" b="0">
                <a:solidFill>
                  <a:srgbClr val="222222"/>
                </a:solidFill>
                <a:latin typeface="Calibri"/>
              </a:rPr>
              <a:t>•  </a:t>
            </a:r>
          </a:p>
          <a:p>
            <a:pPr lvl="1"/>
            <a:r>
              <a:rPr sz="1200" b="0">
                <a:solidFill>
                  <a:srgbClr val="222222"/>
                </a:solidFill>
                <a:latin typeface="Calibri"/>
              </a:rPr>
              <a:t>• D</a:t>
            </a:r>
          </a:p>
          <a:p>
            <a:pPr lvl="1"/>
            <a:r>
              <a:rPr sz="1200" b="0">
                <a:solidFill>
                  <a:srgbClr val="222222"/>
                </a:solidFill>
                <a:latin typeface="Calibri"/>
              </a:rPr>
              <a:t>• i</a:t>
            </a:r>
          </a:p>
          <a:p>
            <a:pPr lvl="1"/>
            <a:r>
              <a:rPr sz="1200" b="0">
                <a:solidFill>
                  <a:srgbClr val="222222"/>
                </a:solidFill>
                <a:latin typeface="Calibri"/>
              </a:rPr>
              <a:t>• s</a:t>
            </a:r>
          </a:p>
          <a:p>
            <a:pPr lvl="1"/>
            <a:r>
              <a:rPr sz="1200" b="0">
                <a:solidFill>
                  <a:srgbClr val="222222"/>
                </a:solidFill>
                <a:latin typeface="Calibri"/>
              </a:rPr>
              <a:t>• p</a:t>
            </a:r>
          </a:p>
          <a:p>
            <a:pPr lvl="1"/>
            <a:r>
              <a:rPr sz="1200" b="0">
                <a:solidFill>
                  <a:srgbClr val="222222"/>
                </a:solidFill>
                <a:latin typeface="Calibri"/>
              </a:rPr>
              <a:t>• l</a:t>
            </a:r>
          </a:p>
          <a:p>
            <a:pPr lvl="1"/>
            <a:r>
              <a:rPr sz="1200" b="0">
                <a:solidFill>
                  <a:srgbClr val="222222"/>
                </a:solidFill>
                <a:latin typeface="Calibri"/>
              </a:rPr>
              <a:t>• a</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x</a:t>
            </a:r>
          </a:p>
          <a:p>
            <a:pPr lvl="1"/>
            <a:r>
              <a:rPr sz="1200" b="0">
                <a:solidFill>
                  <a:srgbClr val="222222"/>
                </a:solidFill>
                <a:latin typeface="Calibri"/>
              </a:rPr>
              <a:t>• p</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i</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c</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h</a:t>
            </a:r>
          </a:p>
          <a:p>
            <a:pPr lvl="1"/>
            <a:r>
              <a:rPr sz="1200" b="0">
                <a:solidFill>
                  <a:srgbClr val="222222"/>
                </a:solidFill>
                <a:latin typeface="Calibri"/>
              </a:rPr>
              <a:t>• a</a:t>
            </a:r>
          </a:p>
          <a:p>
            <a:pPr lvl="1"/>
            <a:r>
              <a:rPr sz="1200" b="0">
                <a:solidFill>
                  <a:srgbClr val="222222"/>
                </a:solidFill>
                <a:latin typeface="Calibri"/>
              </a:rPr>
              <a:t>• r</a:t>
            </a:r>
          </a:p>
          <a:p>
            <a:pPr lvl="1"/>
            <a:r>
              <a:rPr sz="1200" b="0">
                <a:solidFill>
                  <a:srgbClr val="222222"/>
                </a:solidFill>
                <a:latin typeface="Calibri"/>
              </a:rPr>
              <a:t>• p</a:t>
            </a:r>
          </a:p>
          <a:p>
            <a:pPr lvl="1"/>
            <a:r>
              <a:rPr sz="1200" b="0">
                <a:solidFill>
                  <a:srgbClr val="222222"/>
                </a:solidFill>
                <a:latin typeface="Calibri"/>
              </a:rPr>
              <a:t>•  </a:t>
            </a:r>
          </a:p>
          <a:p>
            <a:pPr lvl="1"/>
            <a:r>
              <a:rPr sz="1200" b="0">
                <a:solidFill>
                  <a:srgbClr val="222222"/>
                </a:solidFill>
                <a:latin typeface="Calibri"/>
              </a:rPr>
              <a:t>• 1</a:t>
            </a:r>
          </a:p>
          <a:p>
            <a:pPr lvl="1"/>
            <a:r>
              <a:rPr sz="1200" b="0">
                <a:solidFill>
                  <a:srgbClr val="222222"/>
                </a:solidFill>
                <a:latin typeface="Calibri"/>
              </a:rPr>
              <a:t>• 4</a:t>
            </a:r>
          </a:p>
          <a:p>
            <a:pPr lvl="1"/>
            <a:r>
              <a:rPr sz="1200" b="0">
                <a:solidFill>
                  <a:srgbClr val="222222"/>
                </a:solidFill>
                <a:latin typeface="Calibri"/>
              </a:rPr>
              <a:t>• -</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c</a:t>
            </a:r>
          </a:p>
          <a:p>
            <a:pPr lvl="1"/>
            <a:r>
              <a:rPr sz="1200" b="0">
                <a:solidFill>
                  <a:srgbClr val="222222"/>
                </a:solidFill>
                <a:latin typeface="Calibri"/>
              </a:rPr>
              <a:t>• h</a:t>
            </a:r>
          </a:p>
          <a:p>
            <a:pPr lvl="1"/>
            <a:r>
              <a:rPr sz="1200" b="0">
                <a:solidFill>
                  <a:srgbClr val="222222"/>
                </a:solidFill>
                <a:latin typeface="Calibri"/>
              </a:rPr>
              <a:t>•  </a:t>
            </a:r>
          </a:p>
          <a:p>
            <a:pPr lvl="1"/>
            <a:r>
              <a:rPr sz="1200" b="0">
                <a:solidFill>
                  <a:srgbClr val="222222"/>
                </a:solidFill>
                <a:latin typeface="Calibri"/>
              </a:rPr>
              <a:t>• d</a:t>
            </a:r>
          </a:p>
          <a:p>
            <a:pPr lvl="1"/>
            <a:r>
              <a:rPr sz="1200" b="0">
                <a:solidFill>
                  <a:srgbClr val="222222"/>
                </a:solidFill>
                <a:latin typeface="Calibri"/>
              </a:rPr>
              <a:t>• i</a:t>
            </a:r>
          </a:p>
          <a:p>
            <a:pPr lvl="1"/>
            <a:r>
              <a:rPr sz="1200" b="0">
                <a:solidFill>
                  <a:srgbClr val="222222"/>
                </a:solidFill>
                <a:latin typeface="Calibri"/>
              </a:rPr>
              <a:t>• s</a:t>
            </a:r>
          </a:p>
          <a:p>
            <a:pPr lvl="1"/>
            <a:r>
              <a:rPr sz="1200" b="0">
                <a:solidFill>
                  <a:srgbClr val="222222"/>
                </a:solidFill>
                <a:latin typeface="Calibri"/>
              </a:rPr>
              <a:t>• p</a:t>
            </a:r>
          </a:p>
          <a:p>
            <a:pPr lvl="1"/>
            <a:r>
              <a:rPr sz="1200" b="0">
                <a:solidFill>
                  <a:srgbClr val="222222"/>
                </a:solidFill>
                <a:latin typeface="Calibri"/>
              </a:rPr>
              <a:t>• l</a:t>
            </a:r>
          </a:p>
          <a:p>
            <a:pPr lvl="1"/>
            <a:r>
              <a:rPr sz="1200" b="0">
                <a:solidFill>
                  <a:srgbClr val="222222"/>
                </a:solidFill>
                <a:latin typeface="Calibri"/>
              </a:rPr>
              <a:t>• a</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f</a:t>
            </a:r>
          </a:p>
          <a:p>
            <a:pPr lvl="1"/>
            <a:r>
              <a:rPr sz="1200" b="0">
                <a:solidFill>
                  <a:srgbClr val="222222"/>
                </a:solidFill>
                <a:latin typeface="Calibri"/>
              </a:rPr>
              <a:t>• f</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v</a:t>
            </a:r>
          </a:p>
          <a:p>
            <a:pPr lvl="1"/>
            <a:r>
              <a:rPr sz="1200" b="0">
                <a:solidFill>
                  <a:srgbClr val="222222"/>
                </a:solidFill>
                <a:latin typeface="Calibri"/>
              </a:rPr>
              <a:t>• i</a:t>
            </a:r>
          </a:p>
          <a:p>
            <a:pPr lvl="1"/>
            <a:r>
              <a:rPr sz="1200" b="0">
                <a:solidFill>
                  <a:srgbClr val="222222"/>
                </a:solidFill>
                <a:latin typeface="Calibri"/>
              </a:rPr>
              <a:t>• v</a:t>
            </a:r>
          </a:p>
          <a:p>
            <a:pPr lvl="1"/>
            <a:r>
              <a:rPr sz="1200" b="0">
                <a:solidFill>
                  <a:srgbClr val="222222"/>
                </a:solidFill>
                <a:latin typeface="Calibri"/>
              </a:rPr>
              <a:t>• i</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v</a:t>
            </a:r>
          </a:p>
          <a:p>
            <a:pPr lvl="1"/>
            <a:r>
              <a:rPr sz="1200" b="0">
                <a:solidFill>
                  <a:srgbClr val="222222"/>
                </a:solidFill>
                <a:latin typeface="Calibri"/>
              </a:rPr>
              <a:t>• i</a:t>
            </a:r>
          </a:p>
          <a:p>
            <a:pPr lvl="1"/>
            <a:r>
              <a:rPr sz="1200" b="0">
                <a:solidFill>
                  <a:srgbClr val="222222"/>
                </a:solidFill>
                <a:latin typeface="Calibri"/>
              </a:rPr>
              <a:t>• s</a:t>
            </a:r>
          </a:p>
          <a:p>
            <a:pPr lvl="1"/>
            <a:r>
              <a:rPr sz="1200" b="0">
                <a:solidFill>
                  <a:srgbClr val="222222"/>
                </a:solidFill>
                <a:latin typeface="Calibri"/>
              </a:rPr>
              <a:t>• u</a:t>
            </a:r>
          </a:p>
          <a:p>
            <a:pPr lvl="1"/>
            <a:r>
              <a:rPr sz="1200" b="0">
                <a:solidFill>
                  <a:srgbClr val="222222"/>
                </a:solidFill>
                <a:latin typeface="Calibri"/>
              </a:rPr>
              <a:t>• a</a:t>
            </a:r>
          </a:p>
          <a:p>
            <a:pPr lvl="1"/>
            <a:r>
              <a:rPr sz="1200" b="0">
                <a:solidFill>
                  <a:srgbClr val="222222"/>
                </a:solidFill>
                <a:latin typeface="Calibri"/>
              </a:rPr>
              <a:t>• l</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f</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t</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m</a:t>
            </a:r>
          </a:p>
          <a:p>
            <a:pPr lvl="1"/>
            <a:r>
              <a:rPr sz="1200" b="0">
                <a:solidFill>
                  <a:srgbClr val="222222"/>
                </a:solidFill>
                <a:latin typeface="Calibri"/>
              </a:rPr>
              <a:t>• a</a:t>
            </a:r>
          </a:p>
          <a:p>
            <a:pPr lvl="1"/>
            <a:r>
              <a:rPr sz="1200" b="0">
                <a:solidFill>
                  <a:srgbClr val="222222"/>
                </a:solidFill>
                <a:latin typeface="Calibri"/>
              </a:rPr>
              <a:t>• k</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a</a:t>
            </a:r>
          </a:p>
          <a:p>
            <a:pPr lvl="1"/>
            <a:r>
              <a:rPr sz="1200" b="0">
                <a:solidFill>
                  <a:srgbClr val="222222"/>
                </a:solidFill>
                <a:latin typeface="Calibri"/>
              </a:rPr>
              <a:t>• s</a:t>
            </a:r>
          </a:p>
          <a:p>
            <a:pPr lvl="1"/>
            <a:r>
              <a:rPr sz="1200" b="0">
                <a:solidFill>
                  <a:srgbClr val="222222"/>
                </a:solidFill>
                <a:latin typeface="Calibri"/>
              </a:rPr>
              <a:t>• i</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o</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a:t>
            </a:r>
          </a:p>
          <a:p>
            <a:pPr lvl="1"/>
            <a:r>
              <a:rPr sz="1200" b="0">
                <a:solidFill>
                  <a:srgbClr val="222222"/>
                </a:solidFill>
                <a:latin typeface="Calibri"/>
              </a:rPr>
              <a:t>• g</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i</a:t>
            </a:r>
          </a:p>
          <a:p>
            <a:pPr lvl="1"/>
            <a:r>
              <a:rPr sz="1200" b="0">
                <a:solidFill>
                  <a:srgbClr val="222222"/>
                </a:solidFill>
                <a:latin typeface="Calibri"/>
              </a:rPr>
              <a:t>• m</a:t>
            </a:r>
          </a:p>
          <a:p>
            <a:pPr lvl="1"/>
            <a:r>
              <a:rPr sz="1200" b="0">
                <a:solidFill>
                  <a:srgbClr val="222222"/>
                </a:solidFill>
                <a:latin typeface="Calibri"/>
              </a:rPr>
              <a:t>• p</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c</a:t>
            </a:r>
          </a:p>
          <a:p>
            <a:pPr lvl="1"/>
            <a:r>
              <a:rPr sz="1200" b="0">
                <a:solidFill>
                  <a:srgbClr val="222222"/>
                </a:solidFill>
                <a:latin typeface="Calibri"/>
              </a:rPr>
              <a:t>• l</a:t>
            </a:r>
          </a:p>
          <a:p>
            <a:pPr lvl="1"/>
            <a:r>
              <a:rPr sz="1200" b="0">
                <a:solidFill>
                  <a:srgbClr val="222222"/>
                </a:solidFill>
                <a:latin typeface="Calibri"/>
              </a:rPr>
              <a:t>• i</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t</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2</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H</a:t>
            </a:r>
          </a:p>
          <a:p>
            <a:pPr lvl="1"/>
            <a:r>
              <a:rPr sz="1200" b="0">
                <a:solidFill>
                  <a:srgbClr val="222222"/>
                </a:solidFill>
                <a:latin typeface="Calibri"/>
              </a:rPr>
              <a:t>• P</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B</a:t>
            </a:r>
          </a:p>
          <a:p>
            <a:pPr lvl="1"/>
            <a:r>
              <a:rPr sz="1200" b="0">
                <a:solidFill>
                  <a:srgbClr val="222222"/>
                </a:solidFill>
                <a:latin typeface="Calibri"/>
              </a:rPr>
              <a:t>• o</a:t>
            </a:r>
          </a:p>
          <a:p>
            <a:pPr lvl="1"/>
            <a:r>
              <a:rPr sz="1200" b="0">
                <a:solidFill>
                  <a:srgbClr val="222222"/>
                </a:solidFill>
                <a:latin typeface="Calibri"/>
              </a:rPr>
              <a:t>• o</a:t>
            </a:r>
          </a:p>
          <a:p>
            <a:pPr lvl="1"/>
            <a:r>
              <a:rPr sz="1200" b="0">
                <a:solidFill>
                  <a:srgbClr val="222222"/>
                </a:solidFill>
                <a:latin typeface="Calibri"/>
              </a:rPr>
              <a:t>• k</a:t>
            </a:r>
          </a:p>
          <a:p>
            <a:pPr lvl="1"/>
            <a:r>
              <a:rPr sz="1200" b="0">
                <a:solidFill>
                  <a:srgbClr val="222222"/>
                </a:solidFill>
                <a:latin typeface="Calibri"/>
              </a:rPr>
              <a:t>•  </a:t>
            </a:r>
          </a:p>
          <a:p>
            <a:pPr lvl="1"/>
            <a:r>
              <a:rPr sz="1200" b="0">
                <a:solidFill>
                  <a:srgbClr val="222222"/>
                </a:solidFill>
                <a:latin typeface="Calibri"/>
              </a:rPr>
              <a:t>• 6</a:t>
            </a:r>
          </a:p>
          <a:p>
            <a:pPr lvl="1"/>
            <a:r>
              <a:rPr sz="1200" b="0">
                <a:solidFill>
                  <a:srgbClr val="222222"/>
                </a:solidFill>
                <a:latin typeface="Calibri"/>
              </a:rPr>
              <a:t>• 4</a:t>
            </a:r>
          </a:p>
          <a:p>
            <a:pPr lvl="1"/>
            <a:r>
              <a:rPr sz="1200" b="0">
                <a:solidFill>
                  <a:srgbClr val="222222"/>
                </a:solidFill>
                <a:latin typeface="Calibri"/>
              </a:rPr>
              <a:t>• 5</a:t>
            </a:r>
          </a:p>
          <a:p>
            <a:pPr lvl="1"/>
            <a:r>
              <a:rPr sz="1200" b="0">
                <a:solidFill>
                  <a:srgbClr val="222222"/>
                </a:solidFill>
                <a:latin typeface="Calibri"/>
              </a:rPr>
              <a:t>•  </a:t>
            </a:r>
          </a:p>
          <a:p>
            <a:pPr lvl="1"/>
            <a:r>
              <a:rPr sz="1200" b="0">
                <a:solidFill>
                  <a:srgbClr val="222222"/>
                </a:solidFill>
                <a:latin typeface="Calibri"/>
              </a:rPr>
              <a:t>• G</a:t>
            </a:r>
          </a:p>
          <a:p>
            <a:pPr lvl="1"/>
            <a:r>
              <a:rPr sz="1200" b="0">
                <a:solidFill>
                  <a:srgbClr val="222222"/>
                </a:solidFill>
                <a:latin typeface="Calibri"/>
              </a:rPr>
              <a:t>• 1</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t</a:t>
            </a:r>
          </a:p>
          <a:p>
            <a:pPr lvl="1"/>
            <a:r>
              <a:rPr sz="1200" b="0">
                <a:solidFill>
                  <a:srgbClr val="222222"/>
                </a:solidFill>
                <a:latin typeface="Calibri"/>
              </a:rPr>
              <a:t>• u</a:t>
            </a:r>
          </a:p>
          <a:p>
            <a:pPr lvl="1"/>
            <a:r>
              <a:rPr sz="1200" b="0">
                <a:solidFill>
                  <a:srgbClr val="222222"/>
                </a:solidFill>
                <a:latin typeface="Calibri"/>
              </a:rPr>
              <a:t>• r</a:t>
            </a:r>
          </a:p>
          <a:p>
            <a:pPr lvl="1"/>
            <a:r>
              <a:rPr sz="1200" b="0">
                <a:solidFill>
                  <a:srgbClr val="222222"/>
                </a:solidFill>
                <a:latin typeface="Calibri"/>
              </a:rPr>
              <a:t>• d</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Y</a:t>
            </a:r>
          </a:p>
          <a:p>
            <a:pPr lvl="1"/>
            <a:r>
              <a:rPr sz="1200" b="0">
                <a:solidFill>
                  <a:srgbClr val="222222"/>
                </a:solidFill>
                <a:latin typeface="Calibri"/>
              </a:rPr>
              <a:t>• e</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t</a:t>
            </a:r>
          </a:p>
          <a:p>
            <a:pPr lvl="1"/>
            <a:r>
              <a:rPr sz="1200" b="0">
                <a:solidFill>
                  <a:srgbClr val="222222"/>
                </a:solidFill>
                <a:latin typeface="Calibri"/>
              </a:rPr>
              <a:t>• y</a:t>
            </a:r>
          </a:p>
          <a:p>
            <a:pPr lvl="1"/>
            <a:r>
              <a:rPr sz="1200" b="0">
                <a:solidFill>
                  <a:srgbClr val="222222"/>
                </a:solidFill>
                <a:latin typeface="Calibri"/>
              </a:rPr>
              <a:t>• l</a:t>
            </a:r>
          </a:p>
          <a:p>
            <a:pPr lvl="1"/>
            <a:r>
              <a:rPr sz="1200" b="0">
                <a:solidFill>
                  <a:srgbClr val="222222"/>
                </a:solidFill>
                <a:latin typeface="Calibri"/>
              </a:rPr>
              <a:t>• i</a:t>
            </a:r>
          </a:p>
          <a:p>
            <a:pPr lvl="1"/>
            <a:r>
              <a:rPr sz="1200" b="0">
                <a:solidFill>
                  <a:srgbClr val="222222"/>
                </a:solidFill>
                <a:latin typeface="Calibri"/>
              </a:rPr>
              <a:t>• s</a:t>
            </a:r>
          </a:p>
          <a:p>
            <a:pPr lvl="1"/>
            <a:r>
              <a:rPr sz="1200" b="0">
                <a:solidFill>
                  <a:srgbClr val="222222"/>
                </a:solidFill>
                <a:latin typeface="Calibri"/>
              </a:rPr>
              <a:t>• h</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f</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s</a:t>
            </a:r>
          </a:p>
          <a:p>
            <a:pPr lvl="1"/>
            <a:r>
              <a:rPr sz="1200" b="0">
                <a:solidFill>
                  <a:srgbClr val="222222"/>
                </a:solidFill>
                <a:latin typeface="Calibri"/>
              </a:rPr>
              <a:t>• i</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a</a:t>
            </a:r>
          </a:p>
          <a:p>
            <a:pPr lvl="1"/>
            <a:r>
              <a:rPr sz="1200" b="0">
                <a:solidFill>
                  <a:srgbClr val="222222"/>
                </a:solidFill>
                <a:latin typeface="Calibri"/>
              </a:rPr>
              <a:t>• l</a:t>
            </a:r>
          </a:p>
          <a:p>
            <a:pPr lvl="1"/>
            <a:r>
              <a:rPr sz="1200" b="0">
                <a:solidFill>
                  <a:srgbClr val="222222"/>
                </a:solidFill>
                <a:latin typeface="Calibri"/>
              </a:rPr>
              <a:t>•  </a:t>
            </a:r>
          </a:p>
          <a:p>
            <a:pPr lvl="1"/>
            <a:r>
              <a:rPr sz="1200" b="0">
                <a:solidFill>
                  <a:srgbClr val="222222"/>
                </a:solidFill>
                <a:latin typeface="Calibri"/>
              </a:rPr>
              <a:t>• d</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i</a:t>
            </a:r>
          </a:p>
          <a:p>
            <a:pPr lvl="1"/>
            <a:r>
              <a:rPr sz="1200" b="0">
                <a:solidFill>
                  <a:srgbClr val="222222"/>
                </a:solidFill>
                <a:latin typeface="Calibri"/>
              </a:rPr>
              <a:t>• g</a:t>
            </a:r>
          </a:p>
          <a:p>
            <a:pPr lvl="1"/>
            <a:r>
              <a:rPr sz="1200" b="0">
                <a:solidFill>
                  <a:srgbClr val="222222"/>
                </a:solidFill>
                <a:latin typeface="Calibri"/>
              </a:rPr>
              <a:t>• n</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l</a:t>
            </a:r>
          </a:p>
          <a:p>
            <a:pPr lvl="1"/>
            <a:r>
              <a:rPr sz="1200" b="0">
                <a:solidFill>
                  <a:srgbClr val="222222"/>
                </a:solidFill>
                <a:latin typeface="Calibri"/>
              </a:rPr>
              <a:t>• i</a:t>
            </a:r>
          </a:p>
          <a:p>
            <a:pPr lvl="1"/>
            <a:r>
              <a:rPr sz="1200" b="0">
                <a:solidFill>
                  <a:srgbClr val="222222"/>
                </a:solidFill>
                <a:latin typeface="Calibri"/>
              </a:rPr>
              <a:t>• g</a:t>
            </a:r>
          </a:p>
          <a:p>
            <a:pPr lvl="1"/>
            <a:r>
              <a:rPr sz="1200" b="0">
                <a:solidFill>
                  <a:srgbClr val="222222"/>
                </a:solidFill>
                <a:latin typeface="Calibri"/>
              </a:rPr>
              <a:t>• h</a:t>
            </a:r>
          </a:p>
          <a:p>
            <a:pPr lvl="1"/>
            <a:r>
              <a:rPr sz="1200" b="0">
                <a:solidFill>
                  <a:srgbClr val="222222"/>
                </a:solidFill>
                <a:latin typeface="Calibri"/>
              </a:rPr>
              <a:t>• t</a:t>
            </a:r>
          </a:p>
          <a:p>
            <a:pPr lvl="1"/>
            <a:r>
              <a:rPr sz="1200" b="0">
                <a:solidFill>
                  <a:srgbClr val="222222"/>
                </a:solidFill>
                <a:latin typeface="Calibri"/>
              </a:rPr>
              <a:t>• w</a:t>
            </a:r>
          </a:p>
          <a:p>
            <a:pPr lvl="1"/>
            <a:r>
              <a:rPr sz="1200" b="0">
                <a:solidFill>
                  <a:srgbClr val="222222"/>
                </a:solidFill>
                <a:latin typeface="Calibri"/>
              </a:rPr>
              <a:t>• e</a:t>
            </a:r>
          </a:p>
          <a:p>
            <a:pPr lvl="1"/>
            <a:r>
              <a:rPr sz="1200" b="0">
                <a:solidFill>
                  <a:srgbClr val="222222"/>
                </a:solidFill>
                <a:latin typeface="Calibri"/>
              </a:rPr>
              <a:t>• i</a:t>
            </a:r>
          </a:p>
          <a:p>
            <a:pPr lvl="1"/>
            <a:r>
              <a:rPr sz="1200" b="0">
                <a:solidFill>
                  <a:srgbClr val="222222"/>
                </a:solidFill>
                <a:latin typeface="Calibri"/>
              </a:rPr>
              <a:t>• g</a:t>
            </a:r>
          </a:p>
          <a:p>
            <a:pPr lvl="1"/>
            <a:r>
              <a:rPr sz="1200" b="0">
                <a:solidFill>
                  <a:srgbClr val="222222"/>
                </a:solidFill>
                <a:latin typeface="Calibri"/>
              </a:rPr>
              <a:t>• h</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b</a:t>
            </a:r>
          </a:p>
          <a:p>
            <a:pPr lvl="1"/>
            <a:r>
              <a:rPr sz="1200" b="0">
                <a:solidFill>
                  <a:srgbClr val="222222"/>
                </a:solidFill>
                <a:latin typeface="Calibri"/>
              </a:rPr>
              <a:t>• u</a:t>
            </a:r>
          </a:p>
          <a:p>
            <a:pPr lvl="1"/>
            <a:r>
              <a:rPr sz="1200" b="0">
                <a:solidFill>
                  <a:srgbClr val="222222"/>
                </a:solidFill>
                <a:latin typeface="Calibri"/>
              </a:rPr>
              <a:t>• i</a:t>
            </a:r>
          </a:p>
          <a:p>
            <a:pPr lvl="1"/>
            <a:r>
              <a:rPr sz="1200" b="0">
                <a:solidFill>
                  <a:srgbClr val="222222"/>
                </a:solidFill>
                <a:latin typeface="Calibri"/>
              </a:rPr>
              <a:t>• l</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m</a:t>
            </a:r>
          </a:p>
          <a:p>
            <a:pPr lvl="1"/>
            <a:r>
              <a:rPr sz="1200" b="0">
                <a:solidFill>
                  <a:srgbClr val="222222"/>
                </a:solidFill>
                <a:latin typeface="Calibri"/>
              </a:rPr>
              <a:t>• a</a:t>
            </a:r>
          </a:p>
          <a:p>
            <a:pPr lvl="1"/>
            <a:r>
              <a:rPr sz="1200" b="0">
                <a:solidFill>
                  <a:srgbClr val="222222"/>
                </a:solidFill>
                <a:latin typeface="Calibri"/>
              </a:rPr>
              <a:t>• k</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a:t>
            </a:r>
          </a:p>
          <a:p>
            <a:pPr lvl="1"/>
            <a:r>
              <a:rPr sz="1200" b="0">
                <a:solidFill>
                  <a:srgbClr val="222222"/>
                </a:solidFill>
                <a:latin typeface="Calibri"/>
              </a:rPr>
              <a:t>• i</a:t>
            </a:r>
          </a:p>
          <a:p>
            <a:pPr lvl="1"/>
            <a:r>
              <a:rPr sz="1200" b="0">
                <a:solidFill>
                  <a:srgbClr val="222222"/>
                </a:solidFill>
                <a:latin typeface="Calibri"/>
              </a:rPr>
              <a:t>• d</a:t>
            </a:r>
          </a:p>
          <a:p>
            <a:pPr lvl="1"/>
            <a:r>
              <a:rPr sz="1200" b="0">
                <a:solidFill>
                  <a:srgbClr val="222222"/>
                </a:solidFill>
                <a:latin typeface="Calibri"/>
              </a:rPr>
              <a:t>• e</a:t>
            </a:r>
          </a:p>
          <a:p>
            <a:pPr lvl="1"/>
            <a:r>
              <a:rPr sz="1200" b="0">
                <a:solidFill>
                  <a:srgbClr val="222222"/>
                </a:solidFill>
                <a:latin typeface="Calibri"/>
              </a:rPr>
              <a:t>• a</a:t>
            </a:r>
          </a:p>
          <a:p>
            <a:pPr lvl="1"/>
            <a:r>
              <a:rPr sz="1200" b="0">
                <a:solidFill>
                  <a:srgbClr val="222222"/>
                </a:solidFill>
                <a:latin typeface="Calibri"/>
              </a:rPr>
              <a:t>• l</a:t>
            </a:r>
          </a:p>
          <a:p>
            <a:pPr lvl="1"/>
            <a:r>
              <a:rPr sz="1200" b="0">
                <a:solidFill>
                  <a:srgbClr val="222222"/>
                </a:solidFill>
                <a:latin typeface="Calibri"/>
              </a:rPr>
              <a:t>•  </a:t>
            </a:r>
          </a:p>
          <a:p>
            <a:pPr lvl="1"/>
            <a:r>
              <a:rPr sz="1200" b="0">
                <a:solidFill>
                  <a:srgbClr val="222222"/>
                </a:solidFill>
                <a:latin typeface="Calibri"/>
              </a:rPr>
              <a:t>• c</a:t>
            </a:r>
          </a:p>
          <a:p>
            <a:pPr lvl="1"/>
            <a:r>
              <a:rPr sz="1200" b="0">
                <a:solidFill>
                  <a:srgbClr val="222222"/>
                </a:solidFill>
                <a:latin typeface="Calibri"/>
              </a:rPr>
              <a:t>• o</a:t>
            </a:r>
          </a:p>
          <a:p>
            <a:pPr lvl="1"/>
            <a:r>
              <a:rPr sz="1200" b="0">
                <a:solidFill>
                  <a:srgbClr val="222222"/>
                </a:solidFill>
                <a:latin typeface="Calibri"/>
              </a:rPr>
              <a:t>• m</a:t>
            </a:r>
          </a:p>
          <a:p>
            <a:pPr lvl="1"/>
            <a:r>
              <a:rPr sz="1200" b="0">
                <a:solidFill>
                  <a:srgbClr val="222222"/>
                </a:solidFill>
                <a:latin typeface="Calibri"/>
              </a:rPr>
              <a:t>• p</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i</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a:t>
            </a:r>
          </a:p>
          <a:p>
            <a:pPr lvl="1"/>
            <a:r>
              <a:rPr sz="1200" b="0">
                <a:solidFill>
                  <a:srgbClr val="222222"/>
                </a:solidFill>
                <a:latin typeface="Calibri"/>
              </a:rPr>
              <a:t>• f</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b</a:t>
            </a:r>
          </a:p>
          <a:p>
            <a:pPr lvl="1"/>
            <a:r>
              <a:rPr sz="1200" b="0">
                <a:solidFill>
                  <a:srgbClr val="222222"/>
                </a:solidFill>
                <a:latin typeface="Calibri"/>
              </a:rPr>
              <a:t>• u</a:t>
            </a:r>
          </a:p>
          <a:p>
            <a:pPr lvl="1"/>
            <a:r>
              <a:rPr sz="1200" b="0">
                <a:solidFill>
                  <a:srgbClr val="222222"/>
                </a:solidFill>
                <a:latin typeface="Calibri"/>
              </a:rPr>
              <a:t>• s</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m</a:t>
            </a:r>
          </a:p>
          <a:p>
            <a:pPr lvl="1"/>
            <a:r>
              <a:rPr sz="1200" b="0">
                <a:solidFill>
                  <a:srgbClr val="222222"/>
                </a:solidFill>
                <a:latin typeface="Calibri"/>
              </a:rPr>
              <a:t>• e</a:t>
            </a:r>
          </a:p>
          <a:p>
            <a:pPr lvl="1"/>
            <a:r>
              <a:rPr sz="1200" b="0">
                <a:solidFill>
                  <a:srgbClr val="222222"/>
                </a:solidFill>
                <a:latin typeface="Calibri"/>
              </a:rPr>
              <a:t>• e</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v</a:t>
            </a:r>
          </a:p>
          <a:p>
            <a:pPr lvl="1"/>
            <a:r>
              <a:rPr sz="1200" b="0">
                <a:solidFill>
                  <a:srgbClr val="222222"/>
                </a:solidFill>
                <a:latin typeface="Calibri"/>
              </a:rPr>
              <a:t>• i</a:t>
            </a:r>
          </a:p>
          <a:p>
            <a:pPr lvl="1"/>
            <a:r>
              <a:rPr sz="1200" b="0">
                <a:solidFill>
                  <a:srgbClr val="222222"/>
                </a:solidFill>
                <a:latin typeface="Calibri"/>
              </a:rPr>
              <a:t>• d</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t</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f</a:t>
            </a:r>
          </a:p>
          <a:p>
            <a:pPr lvl="1"/>
            <a:r>
              <a:rPr sz="1200" b="0">
                <a:solidFill>
                  <a:srgbClr val="222222"/>
                </a:solidFill>
                <a:latin typeface="Calibri"/>
              </a:rPr>
              <a:t>• i</a:t>
            </a:r>
          </a:p>
          <a:p>
            <a:pPr lvl="1"/>
            <a:r>
              <a:rPr sz="1200" b="0">
                <a:solidFill>
                  <a:srgbClr val="222222"/>
                </a:solidFill>
                <a:latin typeface="Calibri"/>
              </a:rPr>
              <a:t>• r</a:t>
            </a:r>
          </a:p>
          <a:p>
            <a:pPr lvl="1"/>
            <a:r>
              <a:rPr sz="1200" b="0">
                <a:solidFill>
                  <a:srgbClr val="222222"/>
                </a:solidFill>
                <a:latin typeface="Calibri"/>
              </a:rPr>
              <a:t>• s</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i</a:t>
            </a:r>
          </a:p>
          <a:p>
            <a:pPr lvl="1"/>
            <a:r>
              <a:rPr sz="1200" b="0">
                <a:solidFill>
                  <a:srgbClr val="222222"/>
                </a:solidFill>
                <a:latin typeface="Calibri"/>
              </a:rPr>
              <a:t>• m</a:t>
            </a:r>
          </a:p>
          <a:p>
            <a:pPr lvl="1"/>
            <a:r>
              <a:rPr sz="1200" b="0">
                <a:solidFill>
                  <a:srgbClr val="222222"/>
                </a:solidFill>
                <a:latin typeface="Calibri"/>
              </a:rPr>
              <a:t>• p</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s</a:t>
            </a:r>
          </a:p>
          <a:p>
            <a:pPr lvl="1"/>
            <a:r>
              <a:rPr sz="1200" b="0">
                <a:solidFill>
                  <a:srgbClr val="222222"/>
                </a:solidFill>
                <a:latin typeface="Calibri"/>
              </a:rPr>
              <a:t>• i</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C</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s</a:t>
            </a:r>
          </a:p>
          <a:p>
            <a:pPr lvl="1"/>
            <a:r>
              <a:rPr sz="1200" b="0">
                <a:solidFill>
                  <a:srgbClr val="222222"/>
                </a:solidFill>
                <a:latin typeface="Calibri"/>
              </a:rPr>
              <a:t>• i</a:t>
            </a:r>
          </a:p>
          <a:p>
            <a:pPr lvl="1"/>
            <a:r>
              <a:rPr sz="1200" b="0">
                <a:solidFill>
                  <a:srgbClr val="222222"/>
                </a:solidFill>
                <a:latin typeface="Calibri"/>
              </a:rPr>
              <a:t>• s</a:t>
            </a:r>
          </a:p>
          <a:p>
            <a:pPr lvl="1"/>
            <a:r>
              <a:rPr sz="1200" b="0">
                <a:solidFill>
                  <a:srgbClr val="222222"/>
                </a:solidFill>
                <a:latin typeface="Calibri"/>
              </a:rPr>
              <a:t>• t</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f</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m</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c</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p</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m</a:t>
            </a:r>
          </a:p>
          <a:p>
            <a:pPr lvl="1"/>
            <a:r>
              <a:rPr sz="1200" b="0">
                <a:solidFill>
                  <a:srgbClr val="222222"/>
                </a:solidFill>
                <a:latin typeface="Calibri"/>
              </a:rPr>
              <a:t>• i</a:t>
            </a:r>
          </a:p>
          <a:p>
            <a:pPr lvl="1"/>
            <a:r>
              <a:rPr sz="1200" b="0">
                <a:solidFill>
                  <a:srgbClr val="222222"/>
                </a:solidFill>
                <a:latin typeface="Calibri"/>
              </a:rPr>
              <a:t>• z</a:t>
            </a:r>
          </a:p>
          <a:p>
            <a:pPr lvl="1"/>
            <a:r>
              <a:rPr sz="1200" b="0">
                <a:solidFill>
                  <a:srgbClr val="222222"/>
                </a:solidFill>
                <a:latin typeface="Calibri"/>
              </a:rPr>
              <a:t>• e</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f</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W</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d</a:t>
            </a:r>
          </a:p>
          <a:p>
            <a:pPr lvl="1"/>
            <a:r>
              <a:rPr sz="1200" b="0">
                <a:solidFill>
                  <a:srgbClr val="222222"/>
                </a:solidFill>
                <a:latin typeface="Calibri"/>
              </a:rPr>
              <a:t>• o</a:t>
            </a:r>
          </a:p>
          <a:p>
            <a:pPr lvl="1"/>
            <a:r>
              <a:rPr sz="1200" b="0">
                <a:solidFill>
                  <a:srgbClr val="222222"/>
                </a:solidFill>
                <a:latin typeface="Calibri"/>
              </a:rPr>
              <a:t>• w</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8</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a:t>
            </a:r>
          </a:p>
          <a:p>
            <a:pPr lvl="1"/>
            <a:r>
              <a:rPr sz="1200" b="0">
                <a:solidFill>
                  <a:srgbClr val="222222"/>
                </a:solidFill>
                <a:latin typeface="Calibri"/>
              </a:rPr>
              <a:t>• w</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M</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l</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e</a:t>
            </a:r>
          </a:p>
          <a:p>
            <a:pPr lvl="1"/>
            <a:r>
              <a:rPr sz="1200" b="0">
                <a:solidFill>
                  <a:srgbClr val="222222"/>
                </a:solidFill>
                <a:latin typeface="Calibri"/>
              </a:rPr>
              <a:t>• c</a:t>
            </a:r>
          </a:p>
          <a:p>
            <a:pPr lvl="1"/>
            <a:r>
              <a:rPr sz="1200" b="0">
                <a:solidFill>
                  <a:srgbClr val="222222"/>
                </a:solidFill>
                <a:latin typeface="Calibri"/>
              </a:rPr>
              <a:t>• h</a:t>
            </a:r>
          </a:p>
          <a:p>
            <a:pPr lvl="1"/>
            <a:r>
              <a:rPr sz="1200" b="0">
                <a:solidFill>
                  <a:srgbClr val="222222"/>
                </a:solidFill>
                <a:latin typeface="Calibri"/>
              </a:rPr>
              <a:t>• n</a:t>
            </a:r>
          </a:p>
          <a:p>
            <a:pPr lvl="1"/>
            <a:r>
              <a:rPr sz="1200" b="0">
                <a:solidFill>
                  <a:srgbClr val="222222"/>
                </a:solidFill>
                <a:latin typeface="Calibri"/>
              </a:rPr>
              <a:t>• o</a:t>
            </a:r>
          </a:p>
          <a:p>
            <a:pPr lvl="1"/>
            <a:r>
              <a:rPr sz="1200" b="0">
                <a:solidFill>
                  <a:srgbClr val="222222"/>
                </a:solidFill>
                <a:latin typeface="Calibri"/>
              </a:rPr>
              <a:t>• l</a:t>
            </a:r>
          </a:p>
          <a:p>
            <a:pPr lvl="1"/>
            <a:r>
              <a:rPr sz="1200" b="0">
                <a:solidFill>
                  <a:srgbClr val="222222"/>
                </a:solidFill>
                <a:latin typeface="Calibri"/>
              </a:rPr>
              <a:t>• o</a:t>
            </a:r>
          </a:p>
          <a:p>
            <a:pPr lvl="1"/>
            <a:r>
              <a:rPr sz="1200" b="0">
                <a:solidFill>
                  <a:srgbClr val="222222"/>
                </a:solidFill>
                <a:latin typeface="Calibri"/>
              </a:rPr>
              <a:t>• g</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f</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e</a:t>
            </a:r>
          </a:p>
          <a:p>
            <a:pPr lvl="1"/>
            <a:r>
              <a:rPr sz="1200" b="0">
                <a:solidFill>
                  <a:srgbClr val="222222"/>
                </a:solidFill>
                <a:latin typeface="Calibri"/>
              </a:rPr>
              <a:t>• a</a:t>
            </a:r>
          </a:p>
          <a:p>
            <a:pPr lvl="1"/>
            <a:r>
              <a:rPr sz="1200" b="0">
                <a:solidFill>
                  <a:srgbClr val="222222"/>
                </a:solidFill>
                <a:latin typeface="Calibri"/>
              </a:rPr>
              <a:t>• m</a:t>
            </a:r>
          </a:p>
          <a:p>
            <a:pPr lvl="1"/>
            <a:r>
              <a:rPr sz="1200" b="0">
                <a:solidFill>
                  <a:srgbClr val="222222"/>
                </a:solidFill>
                <a:latin typeface="Calibri"/>
              </a:rPr>
              <a:t>• l</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m</a:t>
            </a:r>
          </a:p>
          <a:p>
            <a:pPr lvl="1"/>
            <a:r>
              <a:rPr sz="1200" b="0">
                <a:solidFill>
                  <a:srgbClr val="222222"/>
                </a:solidFill>
                <a:latin typeface="Calibri"/>
              </a:rPr>
              <a:t>• u</a:t>
            </a:r>
          </a:p>
          <a:p>
            <a:pPr lvl="1"/>
            <a:r>
              <a:rPr sz="1200" b="0">
                <a:solidFill>
                  <a:srgbClr val="222222"/>
                </a:solidFill>
                <a:latin typeface="Calibri"/>
              </a:rPr>
              <a:t>• l</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a</a:t>
            </a:r>
          </a:p>
          <a:p>
            <a:pPr lvl="1"/>
            <a:r>
              <a:rPr sz="1200" b="0">
                <a:solidFill>
                  <a:srgbClr val="222222"/>
                </a:solidFill>
                <a:latin typeface="Calibri"/>
              </a:rPr>
              <a:t>• s</a:t>
            </a:r>
          </a:p>
          <a:p>
            <a:pPr lvl="1"/>
            <a:r>
              <a:rPr sz="1200" b="0">
                <a:solidFill>
                  <a:srgbClr val="222222"/>
                </a:solidFill>
                <a:latin typeface="Calibri"/>
              </a:rPr>
              <a:t>• k</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c</a:t>
            </a:r>
          </a:p>
          <a:p>
            <a:pPr lvl="1"/>
            <a:r>
              <a:rPr sz="1200" b="0">
                <a:solidFill>
                  <a:srgbClr val="222222"/>
                </a:solidFill>
                <a:latin typeface="Calibri"/>
              </a:rPr>
              <a:t>• a</a:t>
            </a:r>
          </a:p>
          <a:p>
            <a:pPr lvl="1"/>
            <a:r>
              <a:rPr sz="1200" b="0">
                <a:solidFill>
                  <a:srgbClr val="222222"/>
                </a:solidFill>
                <a:latin typeface="Calibri"/>
              </a:rPr>
              <a:t>• p</a:t>
            </a:r>
          </a:p>
          <a:p>
            <a:pPr lvl="1"/>
            <a:r>
              <a:rPr sz="1200" b="0">
                <a:solidFill>
                  <a:srgbClr val="222222"/>
                </a:solidFill>
                <a:latin typeface="Calibri"/>
              </a:rPr>
              <a:t>• a</a:t>
            </a:r>
          </a:p>
          <a:p>
            <a:pPr lvl="1"/>
            <a:r>
              <a:rPr sz="1200" b="0">
                <a:solidFill>
                  <a:srgbClr val="222222"/>
                </a:solidFill>
                <a:latin typeface="Calibri"/>
              </a:rPr>
              <a:t>• b</a:t>
            </a:r>
          </a:p>
          <a:p>
            <a:pPr lvl="1"/>
            <a:r>
              <a:rPr sz="1200" b="0">
                <a:solidFill>
                  <a:srgbClr val="222222"/>
                </a:solidFill>
                <a:latin typeface="Calibri"/>
              </a:rPr>
              <a:t>• i</a:t>
            </a:r>
          </a:p>
          <a:p>
            <a:pPr lvl="1"/>
            <a:r>
              <a:rPr sz="1200" b="0">
                <a:solidFill>
                  <a:srgbClr val="222222"/>
                </a:solidFill>
                <a:latin typeface="Calibri"/>
              </a:rPr>
              <a:t>• l</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s</a:t>
            </a:r>
          </a:p>
          <a:p>
            <a:pPr lvl="1"/>
            <a:r>
              <a:rPr sz="1200" b="0">
                <a:solidFill>
                  <a:srgbClr val="222222"/>
                </a:solidFill>
                <a:latin typeface="Calibri"/>
              </a:rPr>
              <a:t>• u</a:t>
            </a:r>
          </a:p>
          <a:p>
            <a:pPr lvl="1"/>
            <a:r>
              <a:rPr sz="1200" b="0">
                <a:solidFill>
                  <a:srgbClr val="222222"/>
                </a:solidFill>
                <a:latin typeface="Calibri"/>
              </a:rPr>
              <a:t>• r</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y</a:t>
            </a:r>
          </a:p>
          <a:p>
            <a:pPr lvl="1"/>
            <a:r>
              <a:rPr sz="1200" b="0">
                <a:solidFill>
                  <a:srgbClr val="222222"/>
                </a:solidFill>
                <a:latin typeface="Calibri"/>
              </a:rPr>
              <a:t>• o</a:t>
            </a:r>
          </a:p>
          <a:p>
            <a:pPr lvl="1"/>
            <a:r>
              <a:rPr sz="1200" b="0">
                <a:solidFill>
                  <a:srgbClr val="222222"/>
                </a:solidFill>
                <a:latin typeface="Calibri"/>
              </a:rPr>
              <a:t>• u</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b</a:t>
            </a:r>
          </a:p>
          <a:p>
            <a:pPr lvl="1"/>
            <a:r>
              <a:rPr sz="1200" b="0">
                <a:solidFill>
                  <a:srgbClr val="222222"/>
                </a:solidFill>
                <a:latin typeface="Calibri"/>
              </a:rPr>
              <a:t>• u</a:t>
            </a:r>
          </a:p>
          <a:p>
            <a:pPr lvl="1"/>
            <a:r>
              <a:rPr sz="1200" b="0">
                <a:solidFill>
                  <a:srgbClr val="222222"/>
                </a:solidFill>
                <a:latin typeface="Calibri"/>
              </a:rPr>
              <a:t>• s</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p</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r</a:t>
            </a:r>
          </a:p>
          <a:p>
            <a:pPr lvl="1"/>
            <a:r>
              <a:rPr sz="1200" b="0">
                <a:solidFill>
                  <a:srgbClr val="222222"/>
                </a:solidFill>
                <a:latin typeface="Calibri"/>
              </a:rPr>
              <a:t>• u</a:t>
            </a:r>
          </a:p>
          <a:p>
            <a:pPr lvl="1"/>
            <a:r>
              <a:rPr sz="1200" b="0">
                <a:solidFill>
                  <a:srgbClr val="222222"/>
                </a:solidFill>
                <a:latin typeface="Calibri"/>
              </a:rPr>
              <a:t>• n</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m</a:t>
            </a:r>
          </a:p>
          <a:p>
            <a:pPr lvl="1"/>
            <a:r>
              <a:rPr sz="1200" b="0">
                <a:solidFill>
                  <a:srgbClr val="222222"/>
                </a:solidFill>
                <a:latin typeface="Calibri"/>
              </a:rPr>
              <a:t>• o</a:t>
            </a:r>
          </a:p>
          <a:p>
            <a:pPr lvl="1"/>
            <a:r>
              <a:rPr sz="1200" b="0">
                <a:solidFill>
                  <a:srgbClr val="222222"/>
                </a:solidFill>
                <a:latin typeface="Calibri"/>
              </a:rPr>
              <a:t>• o</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l</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h</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c</a:t>
            </a:r>
          </a:p>
          <a:p>
            <a:pPr lvl="1"/>
            <a:r>
              <a:rPr sz="1200" b="0">
                <a:solidFill>
                  <a:srgbClr val="222222"/>
                </a:solidFill>
                <a:latin typeface="Calibri"/>
              </a:rPr>
              <a:t>• e</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D</a:t>
            </a:r>
          </a:p>
          <a:p>
            <a:pPr lvl="1"/>
            <a:r>
              <a:rPr sz="1200" b="0">
                <a:solidFill>
                  <a:srgbClr val="222222"/>
                </a:solidFill>
                <a:latin typeface="Calibri"/>
              </a:rPr>
              <a:t>• u</a:t>
            </a:r>
          </a:p>
          <a:p>
            <a:pPr lvl="1"/>
            <a:r>
              <a:rPr sz="1200" b="0">
                <a:solidFill>
                  <a:srgbClr val="222222"/>
                </a:solidFill>
                <a:latin typeface="Calibri"/>
              </a:rPr>
              <a:t>• r</a:t>
            </a:r>
          </a:p>
          <a:p>
            <a:pPr lvl="1"/>
            <a:r>
              <a:rPr sz="1200" b="0">
                <a:solidFill>
                  <a:srgbClr val="222222"/>
                </a:solidFill>
                <a:latin typeface="Calibri"/>
              </a:rPr>
              <a:t>• a</a:t>
            </a:r>
          </a:p>
          <a:p>
            <a:pPr lvl="1"/>
            <a:r>
              <a:rPr sz="1200" b="0">
                <a:solidFill>
                  <a:srgbClr val="222222"/>
                </a:solidFill>
                <a:latin typeface="Calibri"/>
              </a:rPr>
              <a:t>• b</a:t>
            </a:r>
          </a:p>
          <a:p>
            <a:pPr lvl="1"/>
            <a:r>
              <a:rPr sz="1200" b="0">
                <a:solidFill>
                  <a:srgbClr val="222222"/>
                </a:solidFill>
                <a:latin typeface="Calibri"/>
              </a:rPr>
              <a:t>• i</a:t>
            </a:r>
          </a:p>
          <a:p>
            <a:pPr lvl="1"/>
            <a:r>
              <a:rPr sz="1200" b="0">
                <a:solidFill>
                  <a:srgbClr val="222222"/>
                </a:solidFill>
                <a:latin typeface="Calibri"/>
              </a:rPr>
              <a:t>• l</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c</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p</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H</a:t>
            </a:r>
          </a:p>
          <a:p>
            <a:pPr lvl="1"/>
            <a:r>
              <a:rPr sz="1200" b="0">
                <a:solidFill>
                  <a:srgbClr val="222222"/>
                </a:solidFill>
                <a:latin typeface="Calibri"/>
              </a:rPr>
              <a:t>• P</a:t>
            </a:r>
          </a:p>
          <a:p>
            <a:pPr lvl="1"/>
            <a:r>
              <a:rPr sz="1200" b="0">
                <a:solidFill>
                  <a:srgbClr val="222222"/>
                </a:solidFill>
                <a:latin typeface="Calibri"/>
              </a:rPr>
              <a:t>•  </a:t>
            </a:r>
          </a:p>
          <a:p>
            <a:pPr lvl="1"/>
            <a:r>
              <a:rPr sz="1200" b="0">
                <a:solidFill>
                  <a:srgbClr val="222222"/>
                </a:solidFill>
                <a:latin typeface="Calibri"/>
              </a:rPr>
              <a:t>• 3</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D</a:t>
            </a:r>
          </a:p>
          <a:p>
            <a:pPr lvl="1"/>
            <a:r>
              <a:rPr sz="1200" b="0">
                <a:solidFill>
                  <a:srgbClr val="222222"/>
                </a:solidFill>
                <a:latin typeface="Calibri"/>
              </a:rPr>
              <a:t>• r</a:t>
            </a:r>
          </a:p>
          <a:p>
            <a:pPr lvl="1"/>
            <a:r>
              <a:rPr sz="1200" b="0">
                <a:solidFill>
                  <a:srgbClr val="222222"/>
                </a:solidFill>
                <a:latin typeface="Calibri"/>
              </a:rPr>
              <a:t>• i</a:t>
            </a:r>
          </a:p>
          <a:p>
            <a:pPr lvl="1"/>
            <a:r>
              <a:rPr sz="1200" b="0">
                <a:solidFill>
                  <a:srgbClr val="222222"/>
                </a:solidFill>
                <a:latin typeface="Calibri"/>
              </a:rPr>
              <a:t>• v</a:t>
            </a:r>
          </a:p>
          <a:p>
            <a:pPr lvl="1"/>
            <a:r>
              <a:rPr sz="1200" b="0">
                <a:solidFill>
                  <a:srgbClr val="222222"/>
                </a:solidFill>
                <a:latin typeface="Calibri"/>
              </a:rPr>
              <a:t>• e</a:t>
            </a:r>
          </a:p>
          <a:p>
            <a:pPr lvl="1"/>
            <a:r>
              <a:rPr sz="1200" b="0">
                <a:solidFill>
                  <a:srgbClr val="222222"/>
                </a:solidFill>
                <a:latin typeface="Calibri"/>
              </a:rPr>
              <a:t>• G</a:t>
            </a:r>
          </a:p>
          <a:p>
            <a:pPr lvl="1"/>
            <a:r>
              <a:rPr sz="1200" b="0">
                <a:solidFill>
                  <a:srgbClr val="222222"/>
                </a:solidFill>
                <a:latin typeface="Calibri"/>
              </a:rPr>
              <a:t>• u</a:t>
            </a:r>
          </a:p>
          <a:p>
            <a:pPr lvl="1"/>
            <a:r>
              <a:rPr sz="1200" b="0">
                <a:solidFill>
                  <a:srgbClr val="222222"/>
                </a:solidFill>
                <a:latin typeface="Calibri"/>
              </a:rPr>
              <a:t>• a</a:t>
            </a:r>
          </a:p>
          <a:p>
            <a:pPr lvl="1"/>
            <a:r>
              <a:rPr sz="1200" b="0">
                <a:solidFill>
                  <a:srgbClr val="222222"/>
                </a:solidFill>
                <a:latin typeface="Calibri"/>
              </a:rPr>
              <a:t>• r</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e</a:t>
            </a:r>
          </a:p>
          <a:p>
            <a:pPr lvl="1"/>
            <a:r>
              <a:rPr sz="1200" b="0">
                <a:solidFill>
                  <a:srgbClr val="222222"/>
                </a:solidFill>
                <a:latin typeface="Calibri"/>
              </a:rPr>
              <a:t>• c</a:t>
            </a:r>
          </a:p>
          <a:p>
            <a:pPr lvl="1"/>
            <a:r>
              <a:rPr sz="1200" b="0">
                <a:solidFill>
                  <a:srgbClr val="222222"/>
                </a:solidFill>
                <a:latin typeface="Calibri"/>
              </a:rPr>
              <a:t>• h</a:t>
            </a:r>
          </a:p>
          <a:p>
            <a:pPr lvl="1"/>
            <a:r>
              <a:rPr sz="1200" b="0">
                <a:solidFill>
                  <a:srgbClr val="222222"/>
                </a:solidFill>
                <a:latin typeface="Calibri"/>
              </a:rPr>
              <a:t>• n</a:t>
            </a:r>
          </a:p>
          <a:p>
            <a:pPr lvl="1"/>
            <a:r>
              <a:rPr sz="1200" b="0">
                <a:solidFill>
                  <a:srgbClr val="222222"/>
                </a:solidFill>
                <a:latin typeface="Calibri"/>
              </a:rPr>
              <a:t>• o</a:t>
            </a:r>
          </a:p>
          <a:p>
            <a:pPr lvl="1"/>
            <a:r>
              <a:rPr sz="1200" b="0">
                <a:solidFill>
                  <a:srgbClr val="222222"/>
                </a:solidFill>
                <a:latin typeface="Calibri"/>
              </a:rPr>
              <a:t>• l</a:t>
            </a:r>
          </a:p>
          <a:p>
            <a:pPr lvl="1"/>
            <a:r>
              <a:rPr sz="1200" b="0">
                <a:solidFill>
                  <a:srgbClr val="222222"/>
                </a:solidFill>
                <a:latin typeface="Calibri"/>
              </a:rPr>
              <a:t>• o</a:t>
            </a:r>
          </a:p>
          <a:p>
            <a:pPr lvl="1"/>
            <a:r>
              <a:rPr sz="1200" b="0">
                <a:solidFill>
                  <a:srgbClr val="222222"/>
                </a:solidFill>
                <a:latin typeface="Calibri"/>
              </a:rPr>
              <a:t>• g</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t</a:t>
            </a:r>
          </a:p>
          <a:p>
            <a:pPr lvl="1"/>
            <a:r>
              <a:rPr sz="1200" b="0">
                <a:solidFill>
                  <a:srgbClr val="222222"/>
                </a:solidFill>
                <a:latin typeface="Calibri"/>
              </a:rPr>
              <a:t>• e</a:t>
            </a:r>
          </a:p>
          <a:p>
            <a:pPr lvl="1"/>
            <a:r>
              <a:rPr sz="1200" b="0">
                <a:solidFill>
                  <a:srgbClr val="222222"/>
                </a:solidFill>
                <a:latin typeface="Calibri"/>
              </a:rPr>
              <a:t>• c</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y</a:t>
            </a:r>
          </a:p>
          <a:p>
            <a:pPr lvl="1"/>
            <a:r>
              <a:rPr sz="1200" b="0">
                <a:solidFill>
                  <a:srgbClr val="222222"/>
                </a:solidFill>
                <a:latin typeface="Calibri"/>
              </a:rPr>
              <a:t>• o</a:t>
            </a:r>
          </a:p>
          <a:p>
            <a:pPr lvl="1"/>
            <a:r>
              <a:rPr sz="1200" b="0">
                <a:solidFill>
                  <a:srgbClr val="222222"/>
                </a:solidFill>
                <a:latin typeface="Calibri"/>
              </a:rPr>
              <a:t>• u</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i</a:t>
            </a:r>
          </a:p>
          <a:p>
            <a:pPr lvl="1"/>
            <a:r>
              <a:rPr sz="1200" b="0">
                <a:solidFill>
                  <a:srgbClr val="222222"/>
                </a:solidFill>
                <a:latin typeface="Calibri"/>
              </a:rPr>
              <a:t>• m</a:t>
            </a:r>
          </a:p>
          <a:p>
            <a:pPr lvl="1"/>
            <a:r>
              <a:rPr sz="1200" b="0">
                <a:solidFill>
                  <a:srgbClr val="222222"/>
                </a:solidFill>
                <a:latin typeface="Calibri"/>
              </a:rPr>
              <a:t>• p</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t</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d</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a</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v</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a:t>
            </a:r>
          </a:p>
          <a:p>
            <a:pPr lvl="1"/>
            <a:r>
              <a:rPr sz="1200" b="0">
                <a:solidFill>
                  <a:srgbClr val="222222"/>
                </a:solidFill>
                <a:latin typeface="Calibri"/>
              </a:rPr>
              <a:t>• d</a:t>
            </a:r>
          </a:p>
          <a:p>
            <a:pPr lvl="1"/>
            <a:r>
              <a:rPr sz="1200" b="0">
                <a:solidFill>
                  <a:srgbClr val="222222"/>
                </a:solidFill>
                <a:latin typeface="Calibri"/>
              </a:rPr>
              <a:t>• u</a:t>
            </a:r>
          </a:p>
          <a:p>
            <a:pPr lvl="1"/>
            <a:r>
              <a:rPr sz="1200" b="0">
                <a:solidFill>
                  <a:srgbClr val="222222"/>
                </a:solidFill>
                <a:latin typeface="Calibri"/>
              </a:rPr>
              <a:t>• r</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m</a:t>
            </a:r>
          </a:p>
          <a:p>
            <a:pPr lvl="1"/>
            <a:r>
              <a:rPr sz="1200" b="0">
                <a:solidFill>
                  <a:srgbClr val="222222"/>
                </a:solidFill>
                <a:latin typeface="Calibri"/>
              </a:rPr>
              <a:t>• o</a:t>
            </a:r>
          </a:p>
          <a:p>
            <a:pPr lvl="1"/>
            <a:r>
              <a:rPr sz="1200" b="0">
                <a:solidFill>
                  <a:srgbClr val="222222"/>
                </a:solidFill>
                <a:latin typeface="Calibri"/>
              </a:rPr>
              <a:t>• b</a:t>
            </a:r>
          </a:p>
          <a:p>
            <a:pPr lvl="1"/>
            <a:r>
              <a:rPr sz="1200" b="0">
                <a:solidFill>
                  <a:srgbClr val="222222"/>
                </a:solidFill>
                <a:latin typeface="Calibri"/>
              </a:rPr>
              <a:t>• i</a:t>
            </a:r>
          </a:p>
          <a:p>
            <a:pPr lvl="1"/>
            <a:r>
              <a:rPr sz="1200" b="0">
                <a:solidFill>
                  <a:srgbClr val="222222"/>
                </a:solidFill>
                <a:latin typeface="Calibri"/>
              </a:rPr>
              <a:t>• l</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u</a:t>
            </a:r>
          </a:p>
          <a:p>
            <a:pPr lvl="1"/>
            <a:r>
              <a:rPr sz="1200" b="0">
                <a:solidFill>
                  <a:srgbClr val="222222"/>
                </a:solidFill>
                <a:latin typeface="Calibri"/>
              </a:rPr>
              <a:t>• s</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C</a:t>
            </a:r>
          </a:p>
          <a:p>
            <a:pPr lvl="1"/>
            <a:r>
              <a:rPr sz="1200" b="0">
                <a:solidFill>
                  <a:srgbClr val="222222"/>
                </a:solidFill>
                <a:latin typeface="Calibri"/>
              </a:rPr>
              <a:t>• u</a:t>
            </a:r>
          </a:p>
          <a:p>
            <a:pPr lvl="1"/>
            <a:r>
              <a:rPr sz="1200" b="0">
                <a:solidFill>
                  <a:srgbClr val="222222"/>
                </a:solidFill>
                <a:latin typeface="Calibri"/>
              </a:rPr>
              <a:t>• s</a:t>
            </a:r>
          </a:p>
          <a:p>
            <a:pPr lvl="1"/>
            <a:r>
              <a:rPr sz="1200" b="0">
                <a:solidFill>
                  <a:srgbClr val="222222"/>
                </a:solidFill>
                <a:latin typeface="Calibri"/>
              </a:rPr>
              <a:t>• t</a:t>
            </a:r>
          </a:p>
          <a:p>
            <a:pPr lvl="1"/>
            <a:r>
              <a:rPr sz="1200" b="0">
                <a:solidFill>
                  <a:srgbClr val="222222"/>
                </a:solidFill>
                <a:latin typeface="Calibri"/>
              </a:rPr>
              <a:t>• o</a:t>
            </a:r>
          </a:p>
          <a:p>
            <a:pPr lvl="1"/>
            <a:r>
              <a:rPr sz="1200" b="0">
                <a:solidFill>
                  <a:srgbClr val="222222"/>
                </a:solidFill>
                <a:latin typeface="Calibri"/>
              </a:rPr>
              <a:t>• m</a:t>
            </a:r>
          </a:p>
          <a:p>
            <a:pPr lvl="1"/>
            <a:r>
              <a:rPr sz="1200" b="0">
                <a:solidFill>
                  <a:srgbClr val="222222"/>
                </a:solidFill>
                <a:latin typeface="Calibri"/>
              </a:rPr>
              <a:t>• i</a:t>
            </a:r>
          </a:p>
          <a:p>
            <a:pPr lvl="1"/>
            <a:r>
              <a:rPr sz="1200" b="0">
                <a:solidFill>
                  <a:srgbClr val="222222"/>
                </a:solidFill>
                <a:latin typeface="Calibri"/>
              </a:rPr>
              <a:t>• z</a:t>
            </a:r>
          </a:p>
          <a:p>
            <a:pPr lvl="1"/>
            <a:r>
              <a:rPr sz="1200" b="0">
                <a:solidFill>
                  <a:srgbClr val="222222"/>
                </a:solidFill>
                <a:latin typeface="Calibri"/>
              </a:rPr>
              <a:t>• a</a:t>
            </a:r>
          </a:p>
          <a:p>
            <a:pPr lvl="1"/>
            <a:r>
              <a:rPr sz="1200" b="0">
                <a:solidFill>
                  <a:srgbClr val="222222"/>
                </a:solidFill>
                <a:latin typeface="Calibri"/>
              </a:rPr>
              <a:t>• b</a:t>
            </a:r>
          </a:p>
          <a:p>
            <a:pPr lvl="1"/>
            <a:r>
              <a:rPr sz="1200" b="0">
                <a:solidFill>
                  <a:srgbClr val="222222"/>
                </a:solidFill>
                <a:latin typeface="Calibri"/>
              </a:rPr>
              <a:t>• l</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M</a:t>
            </a:r>
          </a:p>
          <a:p>
            <a:pPr lvl="1"/>
            <a:r>
              <a:rPr sz="1200" b="0">
                <a:solidFill>
                  <a:srgbClr val="222222"/>
                </a:solidFill>
                <a:latin typeface="Calibri"/>
              </a:rPr>
              <a:t>• e</a:t>
            </a:r>
          </a:p>
          <a:p>
            <a:pPr lvl="1"/>
            <a:r>
              <a:rPr sz="1200" b="0">
                <a:solidFill>
                  <a:srgbClr val="222222"/>
                </a:solidFill>
                <a:latin typeface="Calibri"/>
              </a:rPr>
              <a:t>• m</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W</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a:t>
            </a:r>
          </a:p>
          <a:p>
            <a:pPr lvl="1"/>
            <a:r>
              <a:rPr sz="1200" b="0">
                <a:solidFill>
                  <a:srgbClr val="222222"/>
                </a:solidFill>
                <a:latin typeface="Calibri"/>
              </a:rPr>
              <a:t>• u</a:t>
            </a:r>
          </a:p>
          <a:p>
            <a:pPr lvl="1"/>
            <a:r>
              <a:rPr sz="1200" b="0">
                <a:solidFill>
                  <a:srgbClr val="222222"/>
                </a:solidFill>
                <a:latin typeface="Calibri"/>
              </a:rPr>
              <a:t>• p</a:t>
            </a:r>
          </a:p>
          <a:p>
            <a:pPr lvl="1"/>
            <a:r>
              <a:rPr sz="1200" b="0">
                <a:solidFill>
                  <a:srgbClr val="222222"/>
                </a:solidFill>
                <a:latin typeface="Calibri"/>
              </a:rPr>
              <a:t>• g</a:t>
            </a:r>
          </a:p>
          <a:p>
            <a:pPr lvl="1"/>
            <a:r>
              <a:rPr sz="1200" b="0">
                <a:solidFill>
                  <a:srgbClr val="222222"/>
                </a:solidFill>
                <a:latin typeface="Calibri"/>
              </a:rPr>
              <a:t>• r</a:t>
            </a:r>
          </a:p>
          <a:p>
            <a:pPr lvl="1"/>
            <a:r>
              <a:rPr sz="1200" b="0">
                <a:solidFill>
                  <a:srgbClr val="222222"/>
                </a:solidFill>
                <a:latin typeface="Calibri"/>
              </a:rPr>
              <a:t>• a</a:t>
            </a:r>
          </a:p>
          <a:p>
            <a:pPr lvl="1"/>
            <a:r>
              <a:rPr sz="1200" b="0">
                <a:solidFill>
                  <a:srgbClr val="222222"/>
                </a:solidFill>
                <a:latin typeface="Calibri"/>
              </a:rPr>
              <a:t>• d</a:t>
            </a:r>
          </a:p>
          <a:p>
            <a:pPr lvl="1"/>
            <a:r>
              <a:rPr sz="1200" b="0">
                <a:solidFill>
                  <a:srgbClr val="222222"/>
                </a:solidFill>
                <a:latin typeface="Calibri"/>
              </a:rPr>
              <a:t>• e</a:t>
            </a:r>
          </a:p>
          <a:p>
            <a:pPr lvl="1"/>
            <a:r>
              <a:rPr sz="1200" b="0">
                <a:solidFill>
                  <a:srgbClr val="222222"/>
                </a:solidFill>
                <a:latin typeface="Calibri"/>
              </a:rPr>
              <a:t>• a</a:t>
            </a:r>
          </a:p>
          <a:p>
            <a:pPr lvl="1"/>
            <a:r>
              <a:rPr sz="1200" b="0">
                <a:solidFill>
                  <a:srgbClr val="222222"/>
                </a:solidFill>
                <a:latin typeface="Calibri"/>
              </a:rPr>
              <a:t>• b</a:t>
            </a:r>
          </a:p>
          <a:p>
            <a:pPr lvl="1"/>
            <a:r>
              <a:rPr sz="1200" b="0">
                <a:solidFill>
                  <a:srgbClr val="222222"/>
                </a:solidFill>
                <a:latin typeface="Calibri"/>
              </a:rPr>
              <a:t>• l</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R</a:t>
            </a:r>
          </a:p>
          <a:p>
            <a:pPr lvl="1"/>
            <a:r>
              <a:rPr sz="1200" b="0">
                <a:solidFill>
                  <a:srgbClr val="222222"/>
                </a:solidFill>
                <a:latin typeface="Calibri"/>
              </a:rPr>
              <a:t>• A</a:t>
            </a:r>
          </a:p>
          <a:p>
            <a:pPr lvl="1"/>
            <a:r>
              <a:rPr sz="1200" b="0">
                <a:solidFill>
                  <a:srgbClr val="222222"/>
                </a:solidFill>
                <a:latin typeface="Calibri"/>
              </a:rPr>
              <a:t>• M</a:t>
            </a:r>
          </a:p>
          <a:p>
            <a:pPr lvl="1"/>
            <a:r>
              <a:rPr sz="1200" b="0">
                <a:solidFill>
                  <a:srgbClr val="222222"/>
                </a:solidFill>
                <a:latin typeface="Calibri"/>
              </a:rPr>
              <a:t>•  </a:t>
            </a:r>
          </a:p>
          <a:p>
            <a:pPr lvl="1"/>
            <a:r>
              <a:rPr sz="1200" b="0">
                <a:solidFill>
                  <a:srgbClr val="222222"/>
                </a:solidFill>
                <a:latin typeface="Calibri"/>
              </a:rPr>
              <a:t>• c</a:t>
            </a:r>
          </a:p>
          <a:p>
            <a:pPr lvl="1"/>
            <a:r>
              <a:rPr sz="1200" b="0">
                <a:solidFill>
                  <a:srgbClr val="222222"/>
                </a:solidFill>
                <a:latin typeface="Calibri"/>
              </a:rPr>
              <a:t>• a</a:t>
            </a:r>
          </a:p>
          <a:p>
            <a:pPr lvl="1"/>
            <a:r>
              <a:rPr sz="1200" b="0">
                <a:solidFill>
                  <a:srgbClr val="222222"/>
                </a:solidFill>
                <a:latin typeface="Calibri"/>
              </a:rPr>
              <a:t>• p</a:t>
            </a:r>
          </a:p>
          <a:p>
            <a:pPr lvl="1"/>
            <a:r>
              <a:rPr sz="1200" b="0">
                <a:solidFill>
                  <a:srgbClr val="222222"/>
                </a:solidFill>
                <a:latin typeface="Calibri"/>
              </a:rPr>
              <a:t>• a</a:t>
            </a:r>
          </a:p>
          <a:p>
            <a:pPr lvl="1"/>
            <a:r>
              <a:rPr sz="1200" b="0">
                <a:solidFill>
                  <a:srgbClr val="222222"/>
                </a:solidFill>
                <a:latin typeface="Calibri"/>
              </a:rPr>
              <a:t>• c</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f</a:t>
            </a:r>
          </a:p>
          <a:p>
            <a:pPr lvl="1"/>
            <a:r>
              <a:rPr sz="1200" b="0">
                <a:solidFill>
                  <a:srgbClr val="222222"/>
                </a:solidFill>
                <a:latin typeface="Calibri"/>
              </a:rPr>
              <a:t>•  </a:t>
            </a:r>
          </a:p>
          <a:p>
            <a:pPr lvl="1"/>
            <a:r>
              <a:rPr sz="1200" b="0">
                <a:solidFill>
                  <a:srgbClr val="222222"/>
                </a:solidFill>
                <a:latin typeface="Calibri"/>
              </a:rPr>
              <a:t>• u</a:t>
            </a:r>
          </a:p>
          <a:p>
            <a:pPr lvl="1"/>
            <a:r>
              <a:rPr sz="1200" b="0">
                <a:solidFill>
                  <a:srgbClr val="222222"/>
                </a:solidFill>
                <a:latin typeface="Calibri"/>
              </a:rPr>
              <a:t>• p</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o</a:t>
            </a:r>
          </a:p>
          <a:p>
            <a:pPr lvl="1"/>
            <a:r>
              <a:rPr sz="1200" b="0">
                <a:solidFill>
                  <a:srgbClr val="222222"/>
                </a:solidFill>
                <a:latin typeface="Calibri"/>
              </a:rPr>
              <a:t>•  </a:t>
            </a:r>
          </a:p>
          <a:p>
            <a:pPr lvl="1"/>
            <a:r>
              <a:rPr sz="1200" b="0">
                <a:solidFill>
                  <a:srgbClr val="222222"/>
                </a:solidFill>
                <a:latin typeface="Calibri"/>
              </a:rPr>
              <a:t>• 1</a:t>
            </a:r>
          </a:p>
          <a:p>
            <a:pPr lvl="1"/>
            <a:r>
              <a:rPr sz="1200" b="0">
                <a:solidFill>
                  <a:srgbClr val="222222"/>
                </a:solidFill>
                <a:latin typeface="Calibri"/>
              </a:rPr>
              <a:t>• 6</a:t>
            </a:r>
          </a:p>
          <a:p>
            <a:pPr lvl="1"/>
            <a:r>
              <a:rPr sz="1200" b="0">
                <a:solidFill>
                  <a:srgbClr val="222222"/>
                </a:solidFill>
                <a:latin typeface="Calibri"/>
              </a:rPr>
              <a:t>•  </a:t>
            </a:r>
          </a:p>
          <a:p>
            <a:pPr lvl="1"/>
            <a:r>
              <a:rPr sz="1200" b="0">
                <a:solidFill>
                  <a:srgbClr val="222222"/>
                </a:solidFill>
                <a:latin typeface="Calibri"/>
              </a:rPr>
              <a:t>• G</a:t>
            </a:r>
          </a:p>
          <a:p>
            <a:pPr lvl="1"/>
            <a:r>
              <a:rPr sz="1200" b="0">
                <a:solidFill>
                  <a:srgbClr val="222222"/>
                </a:solidFill>
                <a:latin typeface="Calibri"/>
              </a:rPr>
              <a:t>• B</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y</a:t>
            </a:r>
          </a:p>
          <a:p>
            <a:pPr lvl="1"/>
            <a:r>
              <a:rPr sz="1200" b="0">
                <a:solidFill>
                  <a:srgbClr val="222222"/>
                </a:solidFill>
                <a:latin typeface="Calibri"/>
              </a:rPr>
              <a:t>• o</a:t>
            </a:r>
          </a:p>
          <a:p>
            <a:pPr lvl="1"/>
            <a:r>
              <a:rPr sz="1200" b="0">
                <a:solidFill>
                  <a:srgbClr val="222222"/>
                </a:solidFill>
                <a:latin typeface="Calibri"/>
              </a:rPr>
              <a:t>• u</a:t>
            </a:r>
          </a:p>
          <a:p>
            <a:pPr lvl="1"/>
            <a:r>
              <a:rPr sz="1200" b="0">
                <a:solidFill>
                  <a:srgbClr val="222222"/>
                </a:solidFill>
                <a:latin typeface="Calibri"/>
              </a:rPr>
              <a:t>•  </a:t>
            </a:r>
          </a:p>
          <a:p>
            <a:pPr lvl="1"/>
            <a:r>
              <a:rPr sz="1200" b="0">
                <a:solidFill>
                  <a:srgbClr val="222222"/>
                </a:solidFill>
                <a:latin typeface="Calibri"/>
              </a:rPr>
              <a:t>• c</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d</a:t>
            </a:r>
          </a:p>
          <a:p>
            <a:pPr lvl="1"/>
            <a:r>
              <a:rPr sz="1200" b="0">
                <a:solidFill>
                  <a:srgbClr val="222222"/>
                </a:solidFill>
                <a:latin typeface="Calibri"/>
              </a:rPr>
              <a:t>• a</a:t>
            </a:r>
          </a:p>
          <a:p>
            <a:pPr lvl="1"/>
            <a:r>
              <a:rPr sz="1200" b="0">
                <a:solidFill>
                  <a:srgbClr val="222222"/>
                </a:solidFill>
                <a:latin typeface="Calibri"/>
              </a:rPr>
              <a:t>• p</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o</a:t>
            </a:r>
          </a:p>
          <a:p>
            <a:pPr lvl="1"/>
            <a:r>
              <a:rPr sz="1200" b="0">
                <a:solidFill>
                  <a:srgbClr val="222222"/>
                </a:solidFill>
                <a:latin typeface="Calibri"/>
              </a:rPr>
              <a:t>•  </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c</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a</a:t>
            </a:r>
          </a:p>
          <a:p>
            <a:pPr lvl="1"/>
            <a:r>
              <a:rPr sz="1200" b="0">
                <a:solidFill>
                  <a:srgbClr val="222222"/>
                </a:solidFill>
                <a:latin typeface="Calibri"/>
              </a:rPr>
              <a:t>• s</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w</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k</a:t>
            </a:r>
          </a:p>
          <a:p>
            <a:pPr lvl="1"/>
            <a:r>
              <a:rPr sz="1200" b="0">
                <a:solidFill>
                  <a:srgbClr val="222222"/>
                </a:solidFill>
                <a:latin typeface="Calibri"/>
              </a:rPr>
              <a:t>• l</a:t>
            </a:r>
          </a:p>
          <a:p>
            <a:pPr lvl="1"/>
            <a:r>
              <a:rPr sz="1200" b="0">
                <a:solidFill>
                  <a:srgbClr val="222222"/>
                </a:solidFill>
                <a:latin typeface="Calibri"/>
              </a:rPr>
              <a:t>• o</a:t>
            </a:r>
          </a:p>
          <a:p>
            <a:pPr lvl="1"/>
            <a:r>
              <a:rPr sz="1200" b="0">
                <a:solidFill>
                  <a:srgbClr val="222222"/>
                </a:solidFill>
                <a:latin typeface="Calibri"/>
              </a:rPr>
              <a:t>• a</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d</a:t>
            </a:r>
          </a:p>
          <a:p>
            <a:pPr lvl="1"/>
            <a:r>
              <a:rPr sz="1200" b="0">
                <a:solidFill>
                  <a:srgbClr val="222222"/>
                </a:solidFill>
                <a:latin typeface="Calibri"/>
              </a:rPr>
              <a:t>• e</a:t>
            </a:r>
          </a:p>
          <a:p>
            <a:pPr lvl="1"/>
            <a:r>
              <a:rPr sz="1200" b="0">
                <a:solidFill>
                  <a:srgbClr val="222222"/>
                </a:solidFill>
                <a:latin typeface="Calibri"/>
              </a:rPr>
              <a:t>• m</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d</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f</a:t>
            </a:r>
          </a:p>
          <a:p>
            <a:pPr lvl="1"/>
            <a:r>
              <a:rPr sz="1200" b="0">
                <a:solidFill>
                  <a:srgbClr val="222222"/>
                </a:solidFill>
                <a:latin typeface="Calibri"/>
              </a:rPr>
              <a:t>• f</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t</a:t>
            </a:r>
          </a:p>
          <a:p>
            <a:pPr lvl="1"/>
            <a:r>
              <a:rPr sz="1200" b="0">
                <a:solidFill>
                  <a:srgbClr val="222222"/>
                </a:solidFill>
                <a:latin typeface="Calibri"/>
              </a:rPr>
              <a:t>• l</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s</a:t>
            </a:r>
          </a:p>
          <a:p>
            <a:pPr lvl="1"/>
            <a:r>
              <a:rPr sz="1200" b="0">
                <a:solidFill>
                  <a:srgbClr val="222222"/>
                </a:solidFill>
                <a:latin typeface="Calibri"/>
              </a:rPr>
              <a:t>• l</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f</a:t>
            </a:r>
          </a:p>
          <a:p>
            <a:pPr lvl="1"/>
            <a:r>
              <a:rPr sz="1200" b="0">
                <a:solidFill>
                  <a:srgbClr val="222222"/>
                </a:solidFill>
                <a:latin typeface="Calibri"/>
              </a:rPr>
              <a:t>• f</a:t>
            </a:r>
          </a:p>
          <a:p>
            <a:pPr lvl="1"/>
            <a:r>
              <a:rPr sz="1200" b="0">
                <a:solidFill>
                  <a:srgbClr val="222222"/>
                </a:solidFill>
                <a:latin typeface="Calibri"/>
              </a:rPr>
              <a:t>• i</a:t>
            </a:r>
          </a:p>
          <a:p>
            <a:pPr lvl="1"/>
            <a:r>
              <a:rPr sz="1200" b="0">
                <a:solidFill>
                  <a:srgbClr val="222222"/>
                </a:solidFill>
                <a:latin typeface="Calibri"/>
              </a:rPr>
              <a:t>• c</a:t>
            </a:r>
          </a:p>
          <a:p>
            <a:pPr lvl="1"/>
            <a:r>
              <a:rPr sz="1200" b="0">
                <a:solidFill>
                  <a:srgbClr val="222222"/>
                </a:solidFill>
                <a:latin typeface="Calibri"/>
              </a:rPr>
              <a:t>• i</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o</a:t>
            </a:r>
          </a:p>
          <a:p>
            <a:pPr lvl="1"/>
            <a:r>
              <a:rPr sz="1200" b="0">
                <a:solidFill>
                  <a:srgbClr val="222222"/>
                </a:solidFill>
                <a:latin typeface="Calibri"/>
              </a:rPr>
              <a:t>• w</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U</a:t>
            </a:r>
          </a:p>
          <a:p>
            <a:pPr lvl="1"/>
            <a:r>
              <a:rPr sz="1200" b="0">
                <a:solidFill>
                  <a:srgbClr val="222222"/>
                </a:solidFill>
                <a:latin typeface="Calibri"/>
              </a:rPr>
              <a:t>• s</a:t>
            </a:r>
          </a:p>
          <a:p>
            <a:pPr lvl="1"/>
            <a:r>
              <a:rPr sz="1200" b="0">
                <a:solidFill>
                  <a:srgbClr val="222222"/>
                </a:solidFill>
                <a:latin typeface="Calibri"/>
              </a:rPr>
              <a:t>• a</a:t>
            </a:r>
          </a:p>
          <a:p>
            <a:pPr lvl="1"/>
            <a:r>
              <a:rPr sz="1200" b="0">
                <a:solidFill>
                  <a:srgbClr val="222222"/>
                </a:solidFill>
                <a:latin typeface="Calibri"/>
              </a:rPr>
              <a:t>• g</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F</a:t>
            </a:r>
          </a:p>
          <a:p>
            <a:pPr lvl="1"/>
            <a:r>
              <a:rPr sz="1200" b="0">
                <a:solidFill>
                  <a:srgbClr val="222222"/>
                </a:solidFill>
                <a:latin typeface="Calibri"/>
              </a:rPr>
              <a:t>• a</a:t>
            </a:r>
          </a:p>
          <a:p>
            <a:pPr lvl="1"/>
            <a:r>
              <a:rPr sz="1200" b="0">
                <a:solidFill>
                  <a:srgbClr val="222222"/>
                </a:solidFill>
                <a:latin typeface="Calibri"/>
              </a:rPr>
              <a:t>• s</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C</a:t>
            </a:r>
          </a:p>
          <a:p>
            <a:pPr lvl="1"/>
            <a:r>
              <a:rPr sz="1200" b="0">
                <a:solidFill>
                  <a:srgbClr val="222222"/>
                </a:solidFill>
                <a:latin typeface="Calibri"/>
              </a:rPr>
              <a:t>• h</a:t>
            </a:r>
          </a:p>
          <a:p>
            <a:pPr lvl="1"/>
            <a:r>
              <a:rPr sz="1200" b="0">
                <a:solidFill>
                  <a:srgbClr val="222222"/>
                </a:solidFill>
                <a:latin typeface="Calibri"/>
              </a:rPr>
              <a:t>• a</a:t>
            </a:r>
          </a:p>
          <a:p>
            <a:pPr lvl="1"/>
            <a:r>
              <a:rPr sz="1200" b="0">
                <a:solidFill>
                  <a:srgbClr val="222222"/>
                </a:solidFill>
                <a:latin typeface="Calibri"/>
              </a:rPr>
              <a:t>• r</a:t>
            </a:r>
          </a:p>
          <a:p>
            <a:pPr lvl="1"/>
            <a:r>
              <a:rPr sz="1200" b="0">
                <a:solidFill>
                  <a:srgbClr val="222222"/>
                </a:solidFill>
                <a:latin typeface="Calibri"/>
              </a:rPr>
              <a:t>• g</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c</a:t>
            </a:r>
          </a:p>
          <a:p>
            <a:pPr lvl="1"/>
            <a:r>
              <a:rPr sz="1200" b="0">
                <a:solidFill>
                  <a:srgbClr val="222222"/>
                </a:solidFill>
                <a:latin typeface="Calibri"/>
              </a:rPr>
              <a:t>• a</a:t>
            </a:r>
          </a:p>
          <a:p>
            <a:pPr lvl="1"/>
            <a:r>
              <a:rPr sz="1200" b="0">
                <a:solidFill>
                  <a:srgbClr val="222222"/>
                </a:solidFill>
                <a:latin typeface="Calibri"/>
              </a:rPr>
              <a:t>• p</a:t>
            </a:r>
          </a:p>
          <a:p>
            <a:pPr lvl="1"/>
            <a:r>
              <a:rPr sz="1200" b="0">
                <a:solidFill>
                  <a:srgbClr val="222222"/>
                </a:solidFill>
                <a:latin typeface="Calibri"/>
              </a:rPr>
              <a:t>• a</a:t>
            </a:r>
          </a:p>
          <a:p>
            <a:pPr lvl="1"/>
            <a:r>
              <a:rPr sz="1200" b="0">
                <a:solidFill>
                  <a:srgbClr val="222222"/>
                </a:solidFill>
                <a:latin typeface="Calibri"/>
              </a:rPr>
              <a:t>• b</a:t>
            </a:r>
          </a:p>
          <a:p>
            <a:pPr lvl="1"/>
            <a:r>
              <a:rPr sz="1200" b="0">
                <a:solidFill>
                  <a:srgbClr val="222222"/>
                </a:solidFill>
                <a:latin typeface="Calibri"/>
              </a:rPr>
              <a:t>• i</a:t>
            </a:r>
          </a:p>
          <a:p>
            <a:pPr lvl="1"/>
            <a:r>
              <a:rPr sz="1200" b="0">
                <a:solidFill>
                  <a:srgbClr val="222222"/>
                </a:solidFill>
                <a:latin typeface="Calibri"/>
              </a:rPr>
              <a:t>• l</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h</a:t>
            </a:r>
          </a:p>
          <a:p>
            <a:pPr lvl="1"/>
            <a:r>
              <a:rPr sz="1200" b="0">
                <a:solidFill>
                  <a:srgbClr val="222222"/>
                </a:solidFill>
                <a:latin typeface="Calibri"/>
              </a:rPr>
              <a:t>• e</a:t>
            </a:r>
          </a:p>
          <a:p>
            <a:pPr lvl="1"/>
            <a:r>
              <a:rPr sz="1200" b="0">
                <a:solidFill>
                  <a:srgbClr val="222222"/>
                </a:solidFill>
                <a:latin typeface="Calibri"/>
              </a:rPr>
              <a:t>• l</a:t>
            </a:r>
          </a:p>
          <a:p>
            <a:pPr lvl="1"/>
            <a:r>
              <a:rPr sz="1200" b="0">
                <a:solidFill>
                  <a:srgbClr val="222222"/>
                </a:solidFill>
                <a:latin typeface="Calibri"/>
              </a:rPr>
              <a:t>• p</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y</a:t>
            </a:r>
          </a:p>
          <a:p>
            <a:pPr lvl="1"/>
            <a:r>
              <a:rPr sz="1200" b="0">
                <a:solidFill>
                  <a:srgbClr val="222222"/>
                </a:solidFill>
                <a:latin typeface="Calibri"/>
              </a:rPr>
              <a:t>• o</a:t>
            </a:r>
          </a:p>
          <a:p>
            <a:pPr lvl="1"/>
            <a:r>
              <a:rPr sz="1200" b="0">
                <a:solidFill>
                  <a:srgbClr val="222222"/>
                </a:solidFill>
                <a:latin typeface="Calibri"/>
              </a:rPr>
              <a:t>• u</a:t>
            </a:r>
          </a:p>
          <a:p>
            <a:pPr lvl="1"/>
            <a:r>
              <a:rPr sz="1200" b="0">
                <a:solidFill>
                  <a:srgbClr val="222222"/>
                </a:solidFill>
                <a:latin typeface="Calibri"/>
              </a:rPr>
              <a:t>•  </a:t>
            </a:r>
          </a:p>
          <a:p>
            <a:pPr lvl="1"/>
            <a:r>
              <a:rPr sz="1200" b="0">
                <a:solidFill>
                  <a:srgbClr val="222222"/>
                </a:solidFill>
                <a:latin typeface="Calibri"/>
              </a:rPr>
              <a:t>• m</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i</a:t>
            </a:r>
          </a:p>
          <a:p>
            <a:pPr lvl="1"/>
            <a:r>
              <a:rPr sz="1200" b="0">
                <a:solidFill>
                  <a:srgbClr val="222222"/>
                </a:solidFill>
                <a:latin typeface="Calibri"/>
              </a:rPr>
              <a:t>• m</a:t>
            </a:r>
          </a:p>
          <a:p>
            <a:pPr lvl="1"/>
            <a:r>
              <a:rPr sz="1200" b="0">
                <a:solidFill>
                  <a:srgbClr val="222222"/>
                </a:solidFill>
                <a:latin typeface="Calibri"/>
              </a:rPr>
              <a:t>• i</a:t>
            </a:r>
          </a:p>
          <a:p>
            <a:pPr lvl="1"/>
            <a:r>
              <a:rPr sz="1200" b="0">
                <a:solidFill>
                  <a:srgbClr val="222222"/>
                </a:solidFill>
                <a:latin typeface="Calibri"/>
              </a:rPr>
              <a:t>• z</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d</a:t>
            </a:r>
          </a:p>
          <a:p>
            <a:pPr lvl="1"/>
            <a:r>
              <a:rPr sz="1200" b="0">
                <a:solidFill>
                  <a:srgbClr val="222222"/>
                </a:solidFill>
                <a:latin typeface="Calibri"/>
              </a:rPr>
              <a:t>• o</a:t>
            </a:r>
          </a:p>
          <a:p>
            <a:pPr lvl="1"/>
            <a:r>
              <a:rPr sz="1200" b="0">
                <a:solidFill>
                  <a:srgbClr val="222222"/>
                </a:solidFill>
                <a:latin typeface="Calibri"/>
              </a:rPr>
              <a:t>• w</a:t>
            </a:r>
          </a:p>
          <a:p>
            <a:pPr lvl="1"/>
            <a:r>
              <a:rPr sz="1200" b="0">
                <a:solidFill>
                  <a:srgbClr val="222222"/>
                </a:solidFill>
                <a:latin typeface="Calibri"/>
              </a:rPr>
              <a:t>• n</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m</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s</a:t>
            </a:r>
          </a:p>
          <a:p>
            <a:pPr lvl="1"/>
            <a:r>
              <a:rPr sz="1200" b="0">
                <a:solidFill>
                  <a:srgbClr val="222222"/>
                </a:solidFill>
                <a:latin typeface="Calibri"/>
              </a:rPr>
              <a:t>• u</a:t>
            </a:r>
          </a:p>
          <a:p>
            <a:pPr lvl="1"/>
            <a:r>
              <a:rPr sz="1200" b="0">
                <a:solidFill>
                  <a:srgbClr val="222222"/>
                </a:solidFill>
                <a:latin typeface="Calibri"/>
              </a:rPr>
              <a:t>• r</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y</a:t>
            </a:r>
          </a:p>
          <a:p>
            <a:pPr lvl="1"/>
            <a:r>
              <a:rPr sz="1200" b="0">
                <a:solidFill>
                  <a:srgbClr val="222222"/>
                </a:solidFill>
                <a:latin typeface="Calibri"/>
              </a:rPr>
              <a:t>• o</a:t>
            </a:r>
          </a:p>
          <a:p>
            <a:pPr lvl="1"/>
            <a:r>
              <a:rPr sz="1200" b="0">
                <a:solidFill>
                  <a:srgbClr val="222222"/>
                </a:solidFill>
                <a:latin typeface="Calibri"/>
              </a:rPr>
              <a:t>• u</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d</a:t>
            </a:r>
          </a:p>
          <a:p>
            <a:pPr lvl="1"/>
            <a:r>
              <a:rPr sz="1200" b="0">
                <a:solidFill>
                  <a:srgbClr val="222222"/>
                </a:solidFill>
                <a:latin typeface="Calibri"/>
              </a:rPr>
              <a:t>• e</a:t>
            </a:r>
          </a:p>
          <a:p>
            <a:pPr lvl="1"/>
            <a:r>
              <a:rPr sz="1200" b="0">
                <a:solidFill>
                  <a:srgbClr val="222222"/>
                </a:solidFill>
                <a:latin typeface="Calibri"/>
              </a:rPr>
              <a:t>• v</a:t>
            </a:r>
          </a:p>
          <a:p>
            <a:pPr lvl="1"/>
            <a:r>
              <a:rPr sz="1200" b="0">
                <a:solidFill>
                  <a:srgbClr val="222222"/>
                </a:solidFill>
                <a:latin typeface="Calibri"/>
              </a:rPr>
              <a:t>• i</a:t>
            </a:r>
          </a:p>
          <a:p>
            <a:pPr lvl="1"/>
            <a:r>
              <a:rPr sz="1200" b="0">
                <a:solidFill>
                  <a:srgbClr val="222222"/>
                </a:solidFill>
                <a:latin typeface="Calibri"/>
              </a:rPr>
              <a:t>• c</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l</a:t>
            </a:r>
          </a:p>
          <a:p>
            <a:pPr lvl="1"/>
            <a:r>
              <a:rPr sz="1200" b="0">
                <a:solidFill>
                  <a:srgbClr val="222222"/>
                </a:solidFill>
                <a:latin typeface="Calibri"/>
              </a:rPr>
              <a:t>• w</a:t>
            </a:r>
          </a:p>
          <a:p>
            <a:pPr lvl="1"/>
            <a:r>
              <a:rPr sz="1200" b="0">
                <a:solidFill>
                  <a:srgbClr val="222222"/>
                </a:solidFill>
                <a:latin typeface="Calibri"/>
              </a:rPr>
              <a:t>• a</a:t>
            </a:r>
          </a:p>
          <a:p>
            <a:pPr lvl="1"/>
            <a:r>
              <a:rPr sz="1200" b="0">
                <a:solidFill>
                  <a:srgbClr val="222222"/>
                </a:solidFill>
                <a:latin typeface="Calibri"/>
              </a:rPr>
              <a:t>• y</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a</a:t>
            </a:r>
          </a:p>
          <a:p>
            <a:pPr lvl="1"/>
            <a:r>
              <a:rPr sz="1200" b="0">
                <a:solidFill>
                  <a:srgbClr val="222222"/>
                </a:solidFill>
                <a:latin typeface="Calibri"/>
              </a:rPr>
              <a:t>• d</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f</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w</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k</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3</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H</a:t>
            </a:r>
          </a:p>
          <a:p>
            <a:pPr lvl="1"/>
            <a:r>
              <a:rPr sz="1200" b="0">
                <a:solidFill>
                  <a:srgbClr val="222222"/>
                </a:solidFill>
                <a:latin typeface="Calibri"/>
              </a:rPr>
              <a:t>• P</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B</a:t>
            </a:r>
          </a:p>
          <a:p>
            <a:pPr lvl="1"/>
            <a:r>
              <a:rPr sz="1200" b="0">
                <a:solidFill>
                  <a:srgbClr val="222222"/>
                </a:solidFill>
                <a:latin typeface="Calibri"/>
              </a:rPr>
              <a:t>• o</a:t>
            </a:r>
          </a:p>
          <a:p>
            <a:pPr lvl="1"/>
            <a:r>
              <a:rPr sz="1200" b="0">
                <a:solidFill>
                  <a:srgbClr val="222222"/>
                </a:solidFill>
                <a:latin typeface="Calibri"/>
              </a:rPr>
              <a:t>• o</a:t>
            </a:r>
          </a:p>
          <a:p>
            <a:pPr lvl="1"/>
            <a:r>
              <a:rPr sz="1200" b="0">
                <a:solidFill>
                  <a:srgbClr val="222222"/>
                </a:solidFill>
                <a:latin typeface="Calibri"/>
              </a:rPr>
              <a:t>• k</a:t>
            </a:r>
          </a:p>
          <a:p>
            <a:pPr lvl="1"/>
            <a:r>
              <a:rPr sz="1200" b="0">
                <a:solidFill>
                  <a:srgbClr val="222222"/>
                </a:solidFill>
                <a:latin typeface="Calibri"/>
              </a:rPr>
              <a:t>•  </a:t>
            </a:r>
          </a:p>
          <a:p>
            <a:pPr lvl="1"/>
            <a:r>
              <a:rPr sz="1200" b="0">
                <a:solidFill>
                  <a:srgbClr val="222222"/>
                </a:solidFill>
                <a:latin typeface="Calibri"/>
              </a:rPr>
              <a:t>• 6</a:t>
            </a:r>
          </a:p>
          <a:p>
            <a:pPr lvl="1"/>
            <a:r>
              <a:rPr sz="1200" b="0">
                <a:solidFill>
                  <a:srgbClr val="222222"/>
                </a:solidFill>
                <a:latin typeface="Calibri"/>
              </a:rPr>
              <a:t>• 4</a:t>
            </a:r>
          </a:p>
          <a:p>
            <a:pPr lvl="1"/>
            <a:r>
              <a:rPr sz="1200" b="0">
                <a:solidFill>
                  <a:srgbClr val="222222"/>
                </a:solidFill>
                <a:latin typeface="Calibri"/>
              </a:rPr>
              <a:t>• 0</a:t>
            </a:r>
          </a:p>
          <a:p>
            <a:pPr lvl="1"/>
            <a:r>
              <a:rPr sz="1200" b="0">
                <a:solidFill>
                  <a:srgbClr val="222222"/>
                </a:solidFill>
                <a:latin typeface="Calibri"/>
              </a:rPr>
              <a:t>•  </a:t>
            </a:r>
          </a:p>
          <a:p>
            <a:pPr lvl="1"/>
            <a:r>
              <a:rPr sz="1200" b="0">
                <a:solidFill>
                  <a:srgbClr val="222222"/>
                </a:solidFill>
                <a:latin typeface="Calibri"/>
              </a:rPr>
              <a:t>• G</a:t>
            </a:r>
          </a:p>
          <a:p>
            <a:pPr lvl="1"/>
            <a:r>
              <a:rPr sz="1200" b="0">
                <a:solidFill>
                  <a:srgbClr val="222222"/>
                </a:solidFill>
                <a:latin typeface="Calibri"/>
              </a:rPr>
              <a:t>• 1</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D</a:t>
            </a:r>
          </a:p>
          <a:p>
            <a:pPr lvl="1"/>
            <a:r>
              <a:rPr sz="1200" b="0">
                <a:solidFill>
                  <a:srgbClr val="222222"/>
                </a:solidFill>
                <a:latin typeface="Calibri"/>
              </a:rPr>
              <a:t>• y</a:t>
            </a:r>
          </a:p>
          <a:p>
            <a:pPr lvl="1"/>
            <a:r>
              <a:rPr sz="1200" b="0">
                <a:solidFill>
                  <a:srgbClr val="222222"/>
                </a:solidFill>
                <a:latin typeface="Calibri"/>
              </a:rPr>
              <a:t>• n</a:t>
            </a:r>
          </a:p>
          <a:p>
            <a:pPr lvl="1"/>
            <a:r>
              <a:rPr sz="1200" b="0">
                <a:solidFill>
                  <a:srgbClr val="222222"/>
                </a:solidFill>
                <a:latin typeface="Calibri"/>
              </a:rPr>
              <a:t>• a</a:t>
            </a:r>
          </a:p>
          <a:p>
            <a:pPr lvl="1"/>
            <a:r>
              <a:rPr sz="1200" b="0">
                <a:solidFill>
                  <a:srgbClr val="222222"/>
                </a:solidFill>
                <a:latin typeface="Calibri"/>
              </a:rPr>
              <a:t>• m</a:t>
            </a:r>
          </a:p>
          <a:p>
            <a:pPr lvl="1"/>
            <a:r>
              <a:rPr sz="1200" b="0">
                <a:solidFill>
                  <a:srgbClr val="222222"/>
                </a:solidFill>
                <a:latin typeface="Calibri"/>
              </a:rPr>
              <a:t>• i</a:t>
            </a:r>
          </a:p>
          <a:p>
            <a:pPr lvl="1"/>
            <a:r>
              <a:rPr sz="1200" b="0">
                <a:solidFill>
                  <a:srgbClr val="222222"/>
                </a:solidFill>
                <a:latin typeface="Calibri"/>
              </a:rPr>
              <a:t>• c</a:t>
            </a:r>
          </a:p>
          <a:p>
            <a:pPr lvl="1"/>
            <a:r>
              <a:rPr sz="1200" b="0">
                <a:solidFill>
                  <a:srgbClr val="222222"/>
                </a:solidFill>
                <a:latin typeface="Calibri"/>
              </a:rPr>
              <a:t>•  </a:t>
            </a:r>
          </a:p>
          <a:p>
            <a:pPr lvl="1"/>
            <a:r>
              <a:rPr sz="1200" b="0">
                <a:solidFill>
                  <a:srgbClr val="222222"/>
                </a:solidFill>
                <a:latin typeface="Calibri"/>
              </a:rPr>
              <a:t>• G</a:t>
            </a:r>
          </a:p>
          <a:p>
            <a:pPr lvl="1"/>
            <a:r>
              <a:rPr sz="1200" b="0">
                <a:solidFill>
                  <a:srgbClr val="222222"/>
                </a:solidFill>
                <a:latin typeface="Calibri"/>
              </a:rPr>
              <a:t>• r</a:t>
            </a:r>
          </a:p>
          <a:p>
            <a:pPr lvl="1"/>
            <a:r>
              <a:rPr sz="1200" b="0">
                <a:solidFill>
                  <a:srgbClr val="222222"/>
                </a:solidFill>
                <a:latin typeface="Calibri"/>
              </a:rPr>
              <a:t>• a</a:t>
            </a:r>
          </a:p>
          <a:p>
            <a:pPr lvl="1"/>
            <a:r>
              <a:rPr sz="1200" b="0">
                <a:solidFill>
                  <a:srgbClr val="222222"/>
                </a:solidFill>
                <a:latin typeface="Calibri"/>
              </a:rPr>
              <a:t>• p</a:t>
            </a:r>
          </a:p>
          <a:p>
            <a:pPr lvl="1"/>
            <a:r>
              <a:rPr sz="1200" b="0">
                <a:solidFill>
                  <a:srgbClr val="222222"/>
                </a:solidFill>
                <a:latin typeface="Calibri"/>
              </a:rPr>
              <a:t>• h</a:t>
            </a:r>
          </a:p>
          <a:p>
            <a:pPr lvl="1"/>
            <a:r>
              <a:rPr sz="1200" b="0">
                <a:solidFill>
                  <a:srgbClr val="222222"/>
                </a:solidFill>
                <a:latin typeface="Calibri"/>
              </a:rPr>
              <a:t>• i</a:t>
            </a:r>
          </a:p>
          <a:p>
            <a:pPr lvl="1"/>
            <a:r>
              <a:rPr sz="1200" b="0">
                <a:solidFill>
                  <a:srgbClr val="222222"/>
                </a:solidFill>
                <a:latin typeface="Calibri"/>
              </a:rPr>
              <a:t>• c</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p</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C</a:t>
            </a:r>
          </a:p>
          <a:p>
            <a:pPr lvl="1"/>
            <a:r>
              <a:rPr sz="1200" b="0">
                <a:solidFill>
                  <a:srgbClr val="222222"/>
                </a:solidFill>
                <a:latin typeface="Calibri"/>
              </a:rPr>
              <a:t>• h</a:t>
            </a:r>
          </a:p>
          <a:p>
            <a:pPr lvl="1"/>
            <a:r>
              <a:rPr sz="1200" b="0">
                <a:solidFill>
                  <a:srgbClr val="222222"/>
                </a:solidFill>
                <a:latin typeface="Calibri"/>
              </a:rPr>
              <a:t>• o</a:t>
            </a:r>
          </a:p>
          <a:p>
            <a:pPr lvl="1"/>
            <a:r>
              <a:rPr sz="1200" b="0">
                <a:solidFill>
                  <a:srgbClr val="222222"/>
                </a:solidFill>
                <a:latin typeface="Calibri"/>
              </a:rPr>
              <a:t>• o</a:t>
            </a:r>
          </a:p>
          <a:p>
            <a:pPr lvl="1"/>
            <a:r>
              <a:rPr sz="1200" b="0">
                <a:solidFill>
                  <a:srgbClr val="222222"/>
                </a:solidFill>
                <a:latin typeface="Calibri"/>
              </a:rPr>
              <a:t>• s</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b</a:t>
            </a:r>
          </a:p>
          <a:p>
            <a:pPr lvl="1"/>
            <a:r>
              <a:rPr sz="1200" b="0">
                <a:solidFill>
                  <a:srgbClr val="222222"/>
                </a:solidFill>
                <a:latin typeface="Calibri"/>
              </a:rPr>
              <a:t>• e</a:t>
            </a:r>
          </a:p>
          <a:p>
            <a:pPr lvl="1"/>
            <a:r>
              <a:rPr sz="1200" b="0">
                <a:solidFill>
                  <a:srgbClr val="222222"/>
                </a:solidFill>
                <a:latin typeface="Calibri"/>
              </a:rPr>
              <a:t>• t</a:t>
            </a:r>
          </a:p>
          <a:p>
            <a:pPr lvl="1"/>
            <a:r>
              <a:rPr sz="1200" b="0">
                <a:solidFill>
                  <a:srgbClr val="222222"/>
                </a:solidFill>
                <a:latin typeface="Calibri"/>
              </a:rPr>
              <a:t>• w</a:t>
            </a:r>
          </a:p>
          <a:p>
            <a:pPr lvl="1"/>
            <a:r>
              <a:rPr sz="1200" b="0">
                <a:solidFill>
                  <a:srgbClr val="222222"/>
                </a:solidFill>
                <a:latin typeface="Calibri"/>
              </a:rPr>
              <a:t>• e</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a:t>
            </a:r>
          </a:p>
          <a:p>
            <a:pPr lvl="1"/>
            <a:r>
              <a:rPr sz="1200" b="0">
                <a:solidFill>
                  <a:srgbClr val="222222"/>
                </a:solidFill>
                <a:latin typeface="Calibri"/>
              </a:rPr>
              <a:t>• U</a:t>
            </a:r>
          </a:p>
          <a:p>
            <a:pPr lvl="1"/>
            <a:r>
              <a:rPr sz="1200" b="0">
                <a:solidFill>
                  <a:srgbClr val="222222"/>
                </a:solidFill>
                <a:latin typeface="Calibri"/>
              </a:rPr>
              <a:t>• M</a:t>
            </a:r>
          </a:p>
          <a:p>
            <a:pPr lvl="1"/>
            <a:r>
              <a:rPr sz="1200" b="0">
                <a:solidFill>
                  <a:srgbClr val="222222"/>
                </a:solidFill>
                <a:latin typeface="Calibri"/>
              </a:rPr>
              <a:t>• A</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d</a:t>
            </a:r>
          </a:p>
          <a:p>
            <a:pPr lvl="1"/>
            <a:r>
              <a:rPr sz="1200" b="0">
                <a:solidFill>
                  <a:srgbClr val="222222"/>
                </a:solidFill>
                <a:latin typeface="Calibri"/>
              </a:rPr>
              <a:t>• i</a:t>
            </a:r>
          </a:p>
          <a:p>
            <a:pPr lvl="1"/>
            <a:r>
              <a:rPr sz="1200" b="0">
                <a:solidFill>
                  <a:srgbClr val="222222"/>
                </a:solidFill>
                <a:latin typeface="Calibri"/>
              </a:rPr>
              <a:t>• s</a:t>
            </a:r>
          </a:p>
          <a:p>
            <a:pPr lvl="1"/>
            <a:r>
              <a:rPr sz="1200" b="0">
                <a:solidFill>
                  <a:srgbClr val="222222"/>
                </a:solidFill>
                <a:latin typeface="Calibri"/>
              </a:rPr>
              <a:t>• c</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t</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g</a:t>
            </a:r>
          </a:p>
          <a:p>
            <a:pPr lvl="1"/>
            <a:r>
              <a:rPr sz="1200" b="0">
                <a:solidFill>
                  <a:srgbClr val="222222"/>
                </a:solidFill>
                <a:latin typeface="Calibri"/>
              </a:rPr>
              <a:t>• r</a:t>
            </a:r>
          </a:p>
          <a:p>
            <a:pPr lvl="1"/>
            <a:r>
              <a:rPr sz="1200" b="0">
                <a:solidFill>
                  <a:srgbClr val="222222"/>
                </a:solidFill>
                <a:latin typeface="Calibri"/>
              </a:rPr>
              <a:t>• a</a:t>
            </a:r>
          </a:p>
          <a:p>
            <a:pPr lvl="1"/>
            <a:r>
              <a:rPr sz="1200" b="0">
                <a:solidFill>
                  <a:srgbClr val="222222"/>
                </a:solidFill>
                <a:latin typeface="Calibri"/>
              </a:rPr>
              <a:t>• p</a:t>
            </a:r>
          </a:p>
          <a:p>
            <a:pPr lvl="1"/>
            <a:r>
              <a:rPr sz="1200" b="0">
                <a:solidFill>
                  <a:srgbClr val="222222"/>
                </a:solidFill>
                <a:latin typeface="Calibri"/>
              </a:rPr>
              <a:t>• h</a:t>
            </a:r>
          </a:p>
          <a:p>
            <a:pPr lvl="1"/>
            <a:r>
              <a:rPr sz="1200" b="0">
                <a:solidFill>
                  <a:srgbClr val="222222"/>
                </a:solidFill>
                <a:latin typeface="Calibri"/>
              </a:rPr>
              <a:t>• i</a:t>
            </a:r>
          </a:p>
          <a:p>
            <a:pPr lvl="1"/>
            <a:r>
              <a:rPr sz="1200" b="0">
                <a:solidFill>
                  <a:srgbClr val="222222"/>
                </a:solidFill>
                <a:latin typeface="Calibri"/>
              </a:rPr>
              <a:t>• c</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c</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f</a:t>
            </a:r>
          </a:p>
          <a:p>
            <a:pPr lvl="1"/>
            <a:r>
              <a:rPr sz="1200" b="0">
                <a:solidFill>
                  <a:srgbClr val="222222"/>
                </a:solidFill>
                <a:latin typeface="Calibri"/>
              </a:rPr>
              <a:t>• i</a:t>
            </a:r>
          </a:p>
          <a:p>
            <a:pPr lvl="1"/>
            <a:r>
              <a:rPr sz="1200" b="0">
                <a:solidFill>
                  <a:srgbClr val="222222"/>
                </a:solidFill>
                <a:latin typeface="Calibri"/>
              </a:rPr>
              <a:t>• g</a:t>
            </a:r>
          </a:p>
          <a:p>
            <a:pPr lvl="1"/>
            <a:r>
              <a:rPr sz="1200" b="0">
                <a:solidFill>
                  <a:srgbClr val="222222"/>
                </a:solidFill>
                <a:latin typeface="Calibri"/>
              </a:rPr>
              <a:t>• u</a:t>
            </a:r>
          </a:p>
          <a:p>
            <a:pPr lvl="1"/>
            <a:r>
              <a:rPr sz="1200" b="0">
                <a:solidFill>
                  <a:srgbClr val="222222"/>
                </a:solidFill>
                <a:latin typeface="Calibri"/>
              </a:rPr>
              <a:t>• r</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l</a:t>
            </a:r>
          </a:p>
          <a:p>
            <a:pPr lvl="1"/>
            <a:r>
              <a:rPr sz="1200" b="0">
                <a:solidFill>
                  <a:srgbClr val="222222"/>
                </a:solidFill>
                <a:latin typeface="Calibri"/>
              </a:rPr>
              <a:t>• l</a:t>
            </a:r>
          </a:p>
          <a:p>
            <a:pPr lvl="1"/>
            <a:r>
              <a:rPr sz="1200" b="0">
                <a:solidFill>
                  <a:srgbClr val="222222"/>
                </a:solidFill>
                <a:latin typeface="Calibri"/>
              </a:rPr>
              <a:t>• o</a:t>
            </a:r>
          </a:p>
          <a:p>
            <a:pPr lvl="1"/>
            <a:r>
              <a:rPr sz="1200" b="0">
                <a:solidFill>
                  <a:srgbClr val="222222"/>
                </a:solidFill>
                <a:latin typeface="Calibri"/>
              </a:rPr>
              <a:t>• w</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f</a:t>
            </a:r>
          </a:p>
          <a:p>
            <a:pPr lvl="1"/>
            <a:r>
              <a:rPr sz="1200" b="0">
                <a:solidFill>
                  <a:srgbClr val="222222"/>
                </a:solidFill>
                <a:latin typeface="Calibri"/>
              </a:rPr>
              <a:t>• l</a:t>
            </a:r>
          </a:p>
          <a:p>
            <a:pPr lvl="1"/>
            <a:r>
              <a:rPr sz="1200" b="0">
                <a:solidFill>
                  <a:srgbClr val="222222"/>
                </a:solidFill>
                <a:latin typeface="Calibri"/>
              </a:rPr>
              <a:t>• e</a:t>
            </a:r>
          </a:p>
          <a:p>
            <a:pPr lvl="1"/>
            <a:r>
              <a:rPr sz="1200" b="0">
                <a:solidFill>
                  <a:srgbClr val="222222"/>
                </a:solidFill>
                <a:latin typeface="Calibri"/>
              </a:rPr>
              <a:t>• x</a:t>
            </a:r>
          </a:p>
          <a:p>
            <a:pPr lvl="1"/>
            <a:r>
              <a:rPr sz="1200" b="0">
                <a:solidFill>
                  <a:srgbClr val="222222"/>
                </a:solidFill>
                <a:latin typeface="Calibri"/>
              </a:rPr>
              <a:t>• i</a:t>
            </a:r>
          </a:p>
          <a:p>
            <a:pPr lvl="1"/>
            <a:r>
              <a:rPr sz="1200" b="0">
                <a:solidFill>
                  <a:srgbClr val="222222"/>
                </a:solidFill>
                <a:latin typeface="Calibri"/>
              </a:rPr>
              <a:t>• b</a:t>
            </a:r>
          </a:p>
          <a:p>
            <a:pPr lvl="1"/>
            <a:r>
              <a:rPr sz="1200" b="0">
                <a:solidFill>
                  <a:srgbClr val="222222"/>
                </a:solidFill>
                <a:latin typeface="Calibri"/>
              </a:rPr>
              <a:t>• i</a:t>
            </a:r>
          </a:p>
          <a:p>
            <a:pPr lvl="1"/>
            <a:r>
              <a:rPr sz="1200" b="0">
                <a:solidFill>
                  <a:srgbClr val="222222"/>
                </a:solidFill>
                <a:latin typeface="Calibri"/>
              </a:rPr>
              <a:t>• l</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f</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g</a:t>
            </a:r>
          </a:p>
          <a:p>
            <a:pPr lvl="1"/>
            <a:r>
              <a:rPr sz="1200" b="0">
                <a:solidFill>
                  <a:srgbClr val="222222"/>
                </a:solidFill>
                <a:latin typeface="Calibri"/>
              </a:rPr>
              <a:t>• r</a:t>
            </a:r>
          </a:p>
          <a:p>
            <a:pPr lvl="1"/>
            <a:r>
              <a:rPr sz="1200" b="0">
                <a:solidFill>
                  <a:srgbClr val="222222"/>
                </a:solidFill>
                <a:latin typeface="Calibri"/>
              </a:rPr>
              <a:t>• a</a:t>
            </a:r>
          </a:p>
          <a:p>
            <a:pPr lvl="1"/>
            <a:r>
              <a:rPr sz="1200" b="0">
                <a:solidFill>
                  <a:srgbClr val="222222"/>
                </a:solidFill>
                <a:latin typeface="Calibri"/>
              </a:rPr>
              <a:t>• p</a:t>
            </a:r>
          </a:p>
          <a:p>
            <a:pPr lvl="1"/>
            <a:r>
              <a:rPr sz="1200" b="0">
                <a:solidFill>
                  <a:srgbClr val="222222"/>
                </a:solidFill>
                <a:latin typeface="Calibri"/>
              </a:rPr>
              <a:t>• h</a:t>
            </a:r>
          </a:p>
          <a:p>
            <a:pPr lvl="1"/>
            <a:r>
              <a:rPr sz="1200" b="0">
                <a:solidFill>
                  <a:srgbClr val="222222"/>
                </a:solidFill>
                <a:latin typeface="Calibri"/>
              </a:rPr>
              <a:t>• i</a:t>
            </a:r>
          </a:p>
          <a:p>
            <a:pPr lvl="1"/>
            <a:r>
              <a:rPr sz="1200" b="0">
                <a:solidFill>
                  <a:srgbClr val="222222"/>
                </a:solidFill>
                <a:latin typeface="Calibri"/>
              </a:rPr>
              <a:t>• c</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t</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s</a:t>
            </a:r>
          </a:p>
          <a:p>
            <a:pPr lvl="1"/>
            <a:r>
              <a:rPr sz="1200" b="0">
                <a:solidFill>
                  <a:srgbClr val="222222"/>
                </a:solidFill>
                <a:latin typeface="Calibri"/>
              </a:rPr>
              <a:t>• i</a:t>
            </a:r>
          </a:p>
          <a:p>
            <a:pPr lvl="1"/>
            <a:r>
              <a:rPr sz="1200" b="0">
                <a:solidFill>
                  <a:srgbClr val="222222"/>
                </a:solidFill>
                <a:latin typeface="Calibri"/>
              </a:rPr>
              <a:t>• v</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p</a:t>
            </a:r>
          </a:p>
          <a:p>
            <a:pPr lvl="1"/>
            <a:r>
              <a:rPr sz="1200" b="0">
                <a:solidFill>
                  <a:srgbClr val="222222"/>
                </a:solidFill>
                <a:latin typeface="Calibri"/>
              </a:rPr>
              <a:t>• p</a:t>
            </a:r>
          </a:p>
          <a:p>
            <a:pPr lvl="1"/>
            <a:r>
              <a:rPr sz="1200" b="0">
                <a:solidFill>
                  <a:srgbClr val="222222"/>
                </a:solidFill>
                <a:latin typeface="Calibri"/>
              </a:rPr>
              <a:t>• l</a:t>
            </a:r>
          </a:p>
          <a:p>
            <a:pPr lvl="1"/>
            <a:r>
              <a:rPr sz="1200" b="0">
                <a:solidFill>
                  <a:srgbClr val="222222"/>
                </a:solidFill>
                <a:latin typeface="Calibri"/>
              </a:rPr>
              <a:t>• i</a:t>
            </a:r>
          </a:p>
          <a:p>
            <a:pPr lvl="1"/>
            <a:r>
              <a:rPr sz="1200" b="0">
                <a:solidFill>
                  <a:srgbClr val="222222"/>
                </a:solidFill>
                <a:latin typeface="Calibri"/>
              </a:rPr>
              <a:t>• c</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w</a:t>
            </a:r>
          </a:p>
          <a:p>
            <a:pPr lvl="1"/>
            <a:r>
              <a:rPr sz="1200" b="0">
                <a:solidFill>
                  <a:srgbClr val="222222"/>
                </a:solidFill>
                <a:latin typeface="Calibri"/>
              </a:rPr>
              <a:t>• h</a:t>
            </a:r>
          </a:p>
          <a:p>
            <a:pPr lvl="1"/>
            <a:r>
              <a:rPr sz="1200" b="0">
                <a:solidFill>
                  <a:srgbClr val="222222"/>
                </a:solidFill>
                <a:latin typeface="Calibri"/>
              </a:rPr>
              <a:t>• i</a:t>
            </a:r>
          </a:p>
          <a:p>
            <a:pPr lvl="1"/>
            <a:r>
              <a:rPr sz="1200" b="0">
                <a:solidFill>
                  <a:srgbClr val="222222"/>
                </a:solidFill>
                <a:latin typeface="Calibri"/>
              </a:rPr>
              <a:t>• l</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m</a:t>
            </a:r>
          </a:p>
          <a:p>
            <a:pPr lvl="1"/>
            <a:r>
              <a:rPr sz="1200" b="0">
                <a:solidFill>
                  <a:srgbClr val="222222"/>
                </a:solidFill>
                <a:latin typeface="Calibri"/>
              </a:rPr>
              <a:t>• a</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l</a:t>
            </a:r>
          </a:p>
          <a:p>
            <a:pPr lvl="1"/>
            <a:r>
              <a:rPr sz="1200" b="0">
                <a:solidFill>
                  <a:srgbClr val="222222"/>
                </a:solidFill>
                <a:latin typeface="Calibri"/>
              </a:rPr>
              <a:t>• i</a:t>
            </a:r>
          </a:p>
          <a:p>
            <a:pPr lvl="1"/>
            <a:r>
              <a:rPr sz="1200" b="0">
                <a:solidFill>
                  <a:srgbClr val="222222"/>
                </a:solidFill>
                <a:latin typeface="Calibri"/>
              </a:rPr>
              <a:t>• g</a:t>
            </a:r>
          </a:p>
          <a:p>
            <a:pPr lvl="1"/>
            <a:r>
              <a:rPr sz="1200" b="0">
                <a:solidFill>
                  <a:srgbClr val="222222"/>
                </a:solidFill>
                <a:latin typeface="Calibri"/>
              </a:rPr>
              <a:t>• h</a:t>
            </a:r>
          </a:p>
          <a:p>
            <a:pPr lvl="1"/>
            <a:r>
              <a:rPr sz="1200" b="0">
                <a:solidFill>
                  <a:srgbClr val="222222"/>
                </a:solidFill>
                <a:latin typeface="Calibri"/>
              </a:rPr>
              <a:t>• t</a:t>
            </a:r>
          </a:p>
          <a:p>
            <a:pPr lvl="1"/>
            <a:r>
              <a:rPr sz="1200" b="0">
                <a:solidFill>
                  <a:srgbClr val="222222"/>
                </a:solidFill>
                <a:latin typeface="Calibri"/>
              </a:rPr>
              <a:t>• w</a:t>
            </a:r>
          </a:p>
          <a:p>
            <a:pPr lvl="1"/>
            <a:r>
              <a:rPr sz="1200" b="0">
                <a:solidFill>
                  <a:srgbClr val="222222"/>
                </a:solidFill>
                <a:latin typeface="Calibri"/>
              </a:rPr>
              <a:t>• e</a:t>
            </a:r>
          </a:p>
          <a:p>
            <a:pPr lvl="1"/>
            <a:r>
              <a:rPr sz="1200" b="0">
                <a:solidFill>
                  <a:srgbClr val="222222"/>
                </a:solidFill>
                <a:latin typeface="Calibri"/>
              </a:rPr>
              <a:t>• i</a:t>
            </a:r>
          </a:p>
          <a:p>
            <a:pPr lvl="1"/>
            <a:r>
              <a:rPr sz="1200" b="0">
                <a:solidFill>
                  <a:srgbClr val="222222"/>
                </a:solidFill>
                <a:latin typeface="Calibri"/>
              </a:rPr>
              <a:t>• g</a:t>
            </a:r>
          </a:p>
          <a:p>
            <a:pPr lvl="1"/>
            <a:r>
              <a:rPr sz="1200" b="0">
                <a:solidFill>
                  <a:srgbClr val="222222"/>
                </a:solidFill>
                <a:latin typeface="Calibri"/>
              </a:rPr>
              <a:t>• h</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f</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t</a:t>
            </a:r>
          </a:p>
          <a:p>
            <a:pPr lvl="1"/>
            <a:r>
              <a:rPr sz="1200" b="0">
                <a:solidFill>
                  <a:srgbClr val="222222"/>
                </a:solidFill>
                <a:latin typeface="Calibri"/>
              </a:rPr>
              <a:t>• a</a:t>
            </a:r>
          </a:p>
          <a:p>
            <a:pPr lvl="1"/>
            <a:r>
              <a:rPr sz="1200" b="0">
                <a:solidFill>
                  <a:srgbClr val="222222"/>
                </a:solidFill>
                <a:latin typeface="Calibri"/>
              </a:rPr>
              <a:t>• b</a:t>
            </a:r>
          </a:p>
          <a:p>
            <a:pPr lvl="1"/>
            <a:r>
              <a:rPr sz="1200" b="0">
                <a:solidFill>
                  <a:srgbClr val="222222"/>
                </a:solidFill>
                <a:latin typeface="Calibri"/>
              </a:rPr>
              <a:t>• i</a:t>
            </a:r>
          </a:p>
          <a:p>
            <a:pPr lvl="1"/>
            <a:r>
              <a:rPr sz="1200" b="0">
                <a:solidFill>
                  <a:srgbClr val="222222"/>
                </a:solidFill>
                <a:latin typeface="Calibri"/>
              </a:rPr>
              <a:t>• l</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a</a:t>
            </a:r>
          </a:p>
          <a:p>
            <a:pPr lvl="1"/>
            <a:r>
              <a:rPr sz="1200" b="0">
                <a:solidFill>
                  <a:srgbClr val="222222"/>
                </a:solidFill>
                <a:latin typeface="Calibri"/>
              </a:rPr>
              <a:t>• i</a:t>
            </a:r>
          </a:p>
          <a:p>
            <a:pPr lvl="1"/>
            <a:r>
              <a:rPr sz="1200" b="0">
                <a:solidFill>
                  <a:srgbClr val="222222"/>
                </a:solidFill>
                <a:latin typeface="Calibri"/>
              </a:rPr>
              <a:t>• l</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f</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B</a:t>
            </a:r>
          </a:p>
          <a:p>
            <a:pPr lvl="1"/>
            <a:r>
              <a:rPr sz="1200" b="0">
                <a:solidFill>
                  <a:srgbClr val="222222"/>
                </a:solidFill>
                <a:latin typeface="Calibri"/>
              </a:rPr>
              <a:t>• u</a:t>
            </a:r>
          </a:p>
          <a:p>
            <a:pPr lvl="1"/>
            <a:r>
              <a:rPr sz="1200" b="0">
                <a:solidFill>
                  <a:srgbClr val="222222"/>
                </a:solidFill>
                <a:latin typeface="Calibri"/>
              </a:rPr>
              <a:t>• s</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u</a:t>
            </a:r>
          </a:p>
          <a:p>
            <a:pPr lvl="1"/>
            <a:r>
              <a:rPr sz="1200" b="0">
                <a:solidFill>
                  <a:srgbClr val="222222"/>
                </a:solidFill>
                <a:latin typeface="Calibri"/>
              </a:rPr>
              <a:t>• c</a:t>
            </a:r>
          </a:p>
          <a:p>
            <a:pPr lvl="1"/>
            <a:r>
              <a:rPr sz="1200" b="0">
                <a:solidFill>
                  <a:srgbClr val="222222"/>
                </a:solidFill>
                <a:latin typeface="Calibri"/>
              </a:rPr>
              <a:t>• c</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F</a:t>
            </a:r>
          </a:p>
          <a:p>
            <a:pPr lvl="1"/>
            <a:r>
              <a:rPr sz="1200" b="0">
                <a:solidFill>
                  <a:srgbClr val="222222"/>
                </a:solidFill>
                <a:latin typeface="Calibri"/>
              </a:rPr>
              <a:t>• e</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u</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l</a:t>
            </a:r>
          </a:p>
          <a:p>
            <a:pPr lvl="1"/>
            <a:r>
              <a:rPr sz="1200" b="0">
                <a:solidFill>
                  <a:srgbClr val="222222"/>
                </a:solidFill>
                <a:latin typeface="Calibri"/>
              </a:rPr>
              <a:t>• e</a:t>
            </a:r>
          </a:p>
          <a:p>
            <a:pPr lvl="1"/>
            <a:r>
              <a:rPr sz="1200" b="0">
                <a:solidFill>
                  <a:srgbClr val="222222"/>
                </a:solidFill>
                <a:latin typeface="Calibri"/>
              </a:rPr>
              <a:t>• e</a:t>
            </a:r>
          </a:p>
          <a:p>
            <a:pPr lvl="1"/>
            <a:r>
              <a:rPr sz="1200" b="0">
                <a:solidFill>
                  <a:srgbClr val="222222"/>
                </a:solidFill>
                <a:latin typeface="Calibri"/>
              </a:rPr>
              <a:t>• k</a:t>
            </a:r>
          </a:p>
          <a:p>
            <a:pPr lvl="1"/>
            <a:r>
              <a:rPr sz="1200" b="0">
                <a:solidFill>
                  <a:srgbClr val="222222"/>
                </a:solidFill>
                <a:latin typeface="Calibri"/>
              </a:rPr>
              <a:t>•  </a:t>
            </a:r>
          </a:p>
          <a:p>
            <a:pPr lvl="1"/>
            <a:r>
              <a:rPr sz="1200" b="0">
                <a:solidFill>
                  <a:srgbClr val="222222"/>
                </a:solidFill>
                <a:latin typeface="Calibri"/>
              </a:rPr>
              <a:t>• d</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i</a:t>
            </a:r>
          </a:p>
          <a:p>
            <a:pPr lvl="1"/>
            <a:r>
              <a:rPr sz="1200" b="0">
                <a:solidFill>
                  <a:srgbClr val="222222"/>
                </a:solidFill>
                <a:latin typeface="Calibri"/>
              </a:rPr>
              <a:t>• g</a:t>
            </a:r>
          </a:p>
          <a:p>
            <a:pPr lvl="1"/>
            <a:r>
              <a:rPr sz="1200" b="0">
                <a:solidFill>
                  <a:srgbClr val="222222"/>
                </a:solidFill>
                <a:latin typeface="Calibri"/>
              </a:rPr>
              <a:t>• n</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f</a:t>
            </a:r>
          </a:p>
          <a:p>
            <a:pPr lvl="1"/>
            <a:r>
              <a:rPr sz="1200" b="0">
                <a:solidFill>
                  <a:srgbClr val="222222"/>
                </a:solidFill>
                <a:latin typeface="Calibri"/>
              </a:rPr>
              <a:t>• l</a:t>
            </a:r>
          </a:p>
          <a:p>
            <a:pPr lvl="1"/>
            <a:r>
              <a:rPr sz="1200" b="0">
                <a:solidFill>
                  <a:srgbClr val="222222"/>
                </a:solidFill>
                <a:latin typeface="Calibri"/>
              </a:rPr>
              <a:t>• e</a:t>
            </a:r>
          </a:p>
          <a:p>
            <a:pPr lvl="1"/>
            <a:r>
              <a:rPr sz="1200" b="0">
                <a:solidFill>
                  <a:srgbClr val="222222"/>
                </a:solidFill>
                <a:latin typeface="Calibri"/>
              </a:rPr>
              <a:t>• c</a:t>
            </a:r>
          </a:p>
          <a:p>
            <a:pPr lvl="1"/>
            <a:r>
              <a:rPr sz="1200" b="0">
                <a:solidFill>
                  <a:srgbClr val="222222"/>
                </a:solidFill>
                <a:latin typeface="Calibri"/>
              </a:rPr>
              <a:t>• t</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f</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s</a:t>
            </a:r>
          </a:p>
          <a:p>
            <a:pPr lvl="1"/>
            <a:r>
              <a:rPr sz="1200" b="0">
                <a:solidFill>
                  <a:srgbClr val="222222"/>
                </a:solidFill>
                <a:latin typeface="Calibri"/>
              </a:rPr>
              <a:t>• i</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a</a:t>
            </a:r>
          </a:p>
          <a:p>
            <a:pPr lvl="1"/>
            <a:r>
              <a:rPr sz="1200" b="0">
                <a:solidFill>
                  <a:srgbClr val="222222"/>
                </a:solidFill>
                <a:latin typeface="Calibri"/>
              </a:rPr>
              <a:t>• l</a:t>
            </a:r>
          </a:p>
          <a:p>
            <a:pPr lvl="1"/>
            <a:r>
              <a:rPr sz="1200" b="0">
                <a:solidFill>
                  <a:srgbClr val="222222"/>
                </a:solidFill>
                <a:latin typeface="Calibri"/>
              </a:rPr>
              <a:t>• i</a:t>
            </a:r>
          </a:p>
          <a:p>
            <a:pPr lvl="1"/>
            <a:r>
              <a:rPr sz="1200" b="0">
                <a:solidFill>
                  <a:srgbClr val="222222"/>
                </a:solidFill>
                <a:latin typeface="Calibri"/>
              </a:rPr>
              <a:t>• s</a:t>
            </a:r>
          </a:p>
          <a:p>
            <a:pPr lvl="1"/>
            <a:r>
              <a:rPr sz="1200" b="0">
                <a:solidFill>
                  <a:srgbClr val="222222"/>
                </a:solidFill>
                <a:latin typeface="Calibri"/>
              </a:rPr>
              <a:t>• m</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a:t>
            </a:r>
          </a:p>
          <a:p>
            <a:pPr lvl="1"/>
            <a:r>
              <a:rPr sz="1200" b="0">
                <a:solidFill>
                  <a:srgbClr val="222222"/>
                </a:solidFill>
                <a:latin typeface="Calibri"/>
              </a:rPr>
              <a:t>• n</a:t>
            </a:r>
          </a:p>
          <a:p>
            <a:pPr lvl="1"/>
            <a:r>
              <a:rPr sz="1200" b="0">
                <a:solidFill>
                  <a:srgbClr val="222222"/>
                </a:solidFill>
                <a:latin typeface="Calibri"/>
              </a:rPr>
              <a:t>• o</a:t>
            </a:r>
          </a:p>
          <a:p>
            <a:pPr lvl="1"/>
            <a:r>
              <a:rPr sz="1200" b="0">
                <a:solidFill>
                  <a:srgbClr val="222222"/>
                </a:solidFill>
                <a:latin typeface="Calibri"/>
              </a:rPr>
              <a:t>• t</a:t>
            </a:r>
          </a:p>
          <a:p>
            <a:pPr lvl="1"/>
            <a:r>
              <a:rPr sz="1200" b="0">
                <a:solidFill>
                  <a:srgbClr val="222222"/>
                </a:solidFill>
                <a:latin typeface="Calibri"/>
              </a:rPr>
              <a:t>• e</a:t>
            </a:r>
          </a:p>
          <a:p>
            <a:pPr lvl="1"/>
            <a:r>
              <a:rPr sz="1200" b="0">
                <a:solidFill>
                  <a:srgbClr val="222222"/>
                </a:solidFill>
                <a:latin typeface="Calibri"/>
              </a:rPr>
              <a:t>• b</a:t>
            </a:r>
          </a:p>
          <a:p>
            <a:pPr lvl="1"/>
            <a:r>
              <a:rPr sz="1200" b="0">
                <a:solidFill>
                  <a:srgbClr val="222222"/>
                </a:solidFill>
                <a:latin typeface="Calibri"/>
              </a:rPr>
              <a:t>• o</a:t>
            </a:r>
          </a:p>
          <a:p>
            <a:pPr lvl="1"/>
            <a:r>
              <a:rPr sz="1200" b="0">
                <a:solidFill>
                  <a:srgbClr val="222222"/>
                </a:solidFill>
                <a:latin typeface="Calibri"/>
              </a:rPr>
              <a:t>• o</a:t>
            </a:r>
          </a:p>
          <a:p>
            <a:pPr lvl="1"/>
            <a:r>
              <a:rPr sz="1200" b="0">
                <a:solidFill>
                  <a:srgbClr val="222222"/>
                </a:solidFill>
                <a:latin typeface="Calibri"/>
              </a:rPr>
              <a:t>• k</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i</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q</a:t>
            </a:r>
          </a:p>
          <a:p>
            <a:pPr lvl="1"/>
            <a:r>
              <a:rPr sz="1200" b="0">
                <a:solidFill>
                  <a:srgbClr val="222222"/>
                </a:solidFill>
                <a:latin typeface="Calibri"/>
              </a:rPr>
              <a:t>• u</a:t>
            </a:r>
          </a:p>
          <a:p>
            <a:pPr lvl="1"/>
            <a:r>
              <a:rPr sz="1200" b="0">
                <a:solidFill>
                  <a:srgbClr val="222222"/>
                </a:solidFill>
                <a:latin typeface="Calibri"/>
              </a:rPr>
              <a:t>• a</a:t>
            </a:r>
          </a:p>
          <a:p>
            <a:pPr lvl="1"/>
            <a:r>
              <a:rPr sz="1200" b="0">
                <a:solidFill>
                  <a:srgbClr val="222222"/>
                </a:solidFill>
                <a:latin typeface="Calibri"/>
              </a:rPr>
              <a:t>• l</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a</a:t>
            </a:r>
          </a:p>
          <a:p>
            <a:pPr lvl="1"/>
            <a:r>
              <a:rPr sz="1200" b="0">
                <a:solidFill>
                  <a:srgbClr val="222222"/>
                </a:solidFill>
                <a:latin typeface="Calibri"/>
              </a:rPr>
              <a:t>• r</a:t>
            </a:r>
          </a:p>
          <a:p>
            <a:pPr lvl="1"/>
            <a:r>
              <a:rPr sz="1200" b="0">
                <a:solidFill>
                  <a:srgbClr val="222222"/>
                </a:solidFill>
                <a:latin typeface="Calibri"/>
              </a:rPr>
              <a:t>• t</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f</a:t>
            </a:r>
          </a:p>
          <a:p>
            <a:pPr lvl="1"/>
            <a:r>
              <a:rPr sz="1200" b="0">
                <a:solidFill>
                  <a:srgbClr val="222222"/>
                </a:solidFill>
                <a:latin typeface="Calibri"/>
              </a:rPr>
              <a:t>• u</a:t>
            </a:r>
          </a:p>
          <a:p>
            <a:pPr lvl="1"/>
            <a:r>
              <a:rPr sz="1200" b="0">
                <a:solidFill>
                  <a:srgbClr val="222222"/>
                </a:solidFill>
                <a:latin typeface="Calibri"/>
              </a:rPr>
              <a:t>• n</a:t>
            </a:r>
          </a:p>
          <a:p>
            <a:pPr lvl="1"/>
            <a:r>
              <a:rPr sz="1200" b="0">
                <a:solidFill>
                  <a:srgbClr val="222222"/>
                </a:solidFill>
                <a:latin typeface="Calibri"/>
              </a:rPr>
              <a:t>• c</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a</a:t>
            </a:r>
          </a:p>
          <a:p>
            <a:pPr lvl="1"/>
            <a:r>
              <a:rPr sz="1200" b="0">
                <a:solidFill>
                  <a:srgbClr val="222222"/>
                </a:solidFill>
                <a:latin typeface="Calibri"/>
              </a:rPr>
              <a:t>• l</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v</a:t>
            </a:r>
          </a:p>
          <a:p>
            <a:pPr lvl="1"/>
            <a:r>
              <a:rPr sz="1200" b="0">
                <a:solidFill>
                  <a:srgbClr val="222222"/>
                </a:solidFill>
                <a:latin typeface="Calibri"/>
              </a:rPr>
              <a:t>• i</a:t>
            </a:r>
          </a:p>
          <a:p>
            <a:pPr lvl="1"/>
            <a:r>
              <a:rPr sz="1200" b="0">
                <a:solidFill>
                  <a:srgbClr val="222222"/>
                </a:solidFill>
                <a:latin typeface="Calibri"/>
              </a:rPr>
              <a:t>• s</a:t>
            </a:r>
          </a:p>
          <a:p>
            <a:pPr lvl="1"/>
            <a:r>
              <a:rPr sz="1200" b="0">
                <a:solidFill>
                  <a:srgbClr val="222222"/>
                </a:solidFill>
                <a:latin typeface="Calibri"/>
              </a:rPr>
              <a:t>• u</a:t>
            </a:r>
          </a:p>
          <a:p>
            <a:pPr lvl="1"/>
            <a:r>
              <a:rPr sz="1200" b="0">
                <a:solidFill>
                  <a:srgbClr val="222222"/>
                </a:solidFill>
                <a:latin typeface="Calibri"/>
              </a:rPr>
              <a:t>• a</a:t>
            </a:r>
          </a:p>
          <a:p>
            <a:pPr lvl="1"/>
            <a:r>
              <a:rPr sz="1200" b="0">
                <a:solidFill>
                  <a:srgbClr val="222222"/>
                </a:solidFill>
                <a:latin typeface="Calibri"/>
              </a:rPr>
              <a:t>• l</a:t>
            </a:r>
          </a:p>
          <a:p>
            <a:pPr lvl="1"/>
            <a:r>
              <a:rPr sz="1200" b="0">
                <a:solidFill>
                  <a:srgbClr val="222222"/>
                </a:solidFill>
                <a:latin typeface="Calibri"/>
              </a:rPr>
              <a:t>• l</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p</a:t>
            </a:r>
          </a:p>
          <a:p>
            <a:pPr lvl="1"/>
            <a:r>
              <a:rPr sz="1200" b="0">
                <a:solidFill>
                  <a:srgbClr val="222222"/>
                </a:solidFill>
                <a:latin typeface="Calibri"/>
              </a:rPr>
              <a:t>• p</a:t>
            </a:r>
          </a:p>
          <a:p>
            <a:pPr lvl="1"/>
            <a:r>
              <a:rPr sz="1200" b="0">
                <a:solidFill>
                  <a:srgbClr val="222222"/>
                </a:solidFill>
                <a:latin typeface="Calibri"/>
              </a:rPr>
              <a:t>• e</a:t>
            </a:r>
          </a:p>
          <a:p>
            <a:pPr lvl="1"/>
            <a:r>
              <a:rPr sz="1200" b="0">
                <a:solidFill>
                  <a:srgbClr val="222222"/>
                </a:solidFill>
                <a:latin typeface="Calibri"/>
              </a:rPr>
              <a:t>• a</a:t>
            </a:r>
          </a:p>
          <a:p>
            <a:pPr lvl="1"/>
            <a:r>
              <a:rPr sz="1200" b="0">
                <a:solidFill>
                  <a:srgbClr val="222222"/>
                </a:solidFill>
                <a:latin typeface="Calibri"/>
              </a:rPr>
              <a:t>• l</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f</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m</a:t>
            </a:r>
          </a:p>
          <a:p>
            <a:pPr lvl="1"/>
            <a:r>
              <a:rPr sz="1200" b="0">
                <a:solidFill>
                  <a:srgbClr val="222222"/>
                </a:solidFill>
                <a:latin typeface="Calibri"/>
              </a:rPr>
              <a:t>• e</a:t>
            </a:r>
          </a:p>
          <a:p>
            <a:pPr lvl="1"/>
            <a:r>
              <a:rPr sz="1200" b="0">
                <a:solidFill>
                  <a:srgbClr val="222222"/>
                </a:solidFill>
                <a:latin typeface="Calibri"/>
              </a:rPr>
              <a:t>• e</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F</a:t>
            </a:r>
          </a:p>
          <a:p>
            <a:pPr lvl="1"/>
            <a:r>
              <a:rPr sz="1200" b="0">
                <a:solidFill>
                  <a:srgbClr val="222222"/>
                </a:solidFill>
                <a:latin typeface="Calibri"/>
              </a:rPr>
              <a:t>• u</a:t>
            </a:r>
          </a:p>
          <a:p>
            <a:pPr lvl="1"/>
            <a:r>
              <a:rPr sz="1200" b="0">
                <a:solidFill>
                  <a:srgbClr val="222222"/>
                </a:solidFill>
                <a:latin typeface="Calibri"/>
              </a:rPr>
              <a:t>• t</a:t>
            </a:r>
          </a:p>
          <a:p>
            <a:pPr lvl="1"/>
            <a:r>
              <a:rPr sz="1200" b="0">
                <a:solidFill>
                  <a:srgbClr val="222222"/>
                </a:solidFill>
                <a:latin typeface="Calibri"/>
              </a:rPr>
              <a:t>• u</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a</a:t>
            </a:r>
          </a:p>
          <a:p>
            <a:pPr lvl="1"/>
            <a:r>
              <a:rPr sz="1200" b="0">
                <a:solidFill>
                  <a:srgbClr val="222222"/>
                </a:solidFill>
                <a:latin typeface="Calibri"/>
              </a:rPr>
              <a:t>• d</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f</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m</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c</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U</a:t>
            </a:r>
          </a:p>
          <a:p>
            <a:pPr lvl="1"/>
            <a:r>
              <a:rPr sz="1200" b="0">
                <a:solidFill>
                  <a:srgbClr val="222222"/>
                </a:solidFill>
                <a:latin typeface="Calibri"/>
              </a:rPr>
              <a:t>• p</a:t>
            </a:r>
          </a:p>
          <a:p>
            <a:pPr lvl="1"/>
            <a:r>
              <a:rPr sz="1200" b="0">
                <a:solidFill>
                  <a:srgbClr val="222222"/>
                </a:solidFill>
                <a:latin typeface="Calibri"/>
              </a:rPr>
              <a:t>• g</a:t>
            </a:r>
          </a:p>
          <a:p>
            <a:pPr lvl="1"/>
            <a:r>
              <a:rPr sz="1200" b="0">
                <a:solidFill>
                  <a:srgbClr val="222222"/>
                </a:solidFill>
                <a:latin typeface="Calibri"/>
              </a:rPr>
              <a:t>• r</a:t>
            </a:r>
          </a:p>
          <a:p>
            <a:pPr lvl="1"/>
            <a:r>
              <a:rPr sz="1200" b="0">
                <a:solidFill>
                  <a:srgbClr val="222222"/>
                </a:solidFill>
                <a:latin typeface="Calibri"/>
              </a:rPr>
              <a:t>• a</a:t>
            </a:r>
          </a:p>
          <a:p>
            <a:pPr lvl="1"/>
            <a:r>
              <a:rPr sz="1200" b="0">
                <a:solidFill>
                  <a:srgbClr val="222222"/>
                </a:solidFill>
                <a:latin typeface="Calibri"/>
              </a:rPr>
              <a:t>• d</a:t>
            </a:r>
          </a:p>
          <a:p>
            <a:pPr lvl="1"/>
            <a:r>
              <a:rPr sz="1200" b="0">
                <a:solidFill>
                  <a:srgbClr val="222222"/>
                </a:solidFill>
                <a:latin typeface="Calibri"/>
              </a:rPr>
              <a:t>• e</a:t>
            </a:r>
          </a:p>
          <a:p>
            <a:pPr lvl="1"/>
            <a:r>
              <a:rPr sz="1200" b="0">
                <a:solidFill>
                  <a:srgbClr val="222222"/>
                </a:solidFill>
                <a:latin typeface="Calibri"/>
              </a:rPr>
              <a:t>• a</a:t>
            </a:r>
          </a:p>
          <a:p>
            <a:pPr lvl="1"/>
            <a:r>
              <a:rPr sz="1200" b="0">
                <a:solidFill>
                  <a:srgbClr val="222222"/>
                </a:solidFill>
                <a:latin typeface="Calibri"/>
              </a:rPr>
              <a:t>• b</a:t>
            </a:r>
          </a:p>
          <a:p>
            <a:pPr lvl="1"/>
            <a:r>
              <a:rPr sz="1200" b="0">
                <a:solidFill>
                  <a:srgbClr val="222222"/>
                </a:solidFill>
                <a:latin typeface="Calibri"/>
              </a:rPr>
              <a:t>• l</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R</a:t>
            </a:r>
          </a:p>
          <a:p>
            <a:pPr lvl="1"/>
            <a:r>
              <a:rPr sz="1200" b="0">
                <a:solidFill>
                  <a:srgbClr val="222222"/>
                </a:solidFill>
                <a:latin typeface="Calibri"/>
              </a:rPr>
              <a:t>• A</a:t>
            </a:r>
          </a:p>
          <a:p>
            <a:pPr lvl="1"/>
            <a:r>
              <a:rPr sz="1200" b="0">
                <a:solidFill>
                  <a:srgbClr val="222222"/>
                </a:solidFill>
                <a:latin typeface="Calibri"/>
              </a:rPr>
              <a:t>• M</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o</a:t>
            </a:r>
          </a:p>
          <a:p>
            <a:pPr lvl="1"/>
            <a:r>
              <a:rPr sz="1200" b="0">
                <a:solidFill>
                  <a:srgbClr val="222222"/>
                </a:solidFill>
                <a:latin typeface="Calibri"/>
              </a:rPr>
              <a:t>•  </a:t>
            </a:r>
          </a:p>
          <a:p>
            <a:pPr lvl="1"/>
            <a:r>
              <a:rPr sz="1200" b="0">
                <a:solidFill>
                  <a:srgbClr val="222222"/>
                </a:solidFill>
                <a:latin typeface="Calibri"/>
              </a:rPr>
              <a:t>• 1</a:t>
            </a:r>
          </a:p>
          <a:p>
            <a:pPr lvl="1"/>
            <a:r>
              <a:rPr sz="1200" b="0">
                <a:solidFill>
                  <a:srgbClr val="222222"/>
                </a:solidFill>
                <a:latin typeface="Calibri"/>
              </a:rPr>
              <a:t>• 6</a:t>
            </a:r>
          </a:p>
          <a:p>
            <a:pPr lvl="1"/>
            <a:r>
              <a:rPr sz="1200" b="0">
                <a:solidFill>
                  <a:srgbClr val="222222"/>
                </a:solidFill>
                <a:latin typeface="Calibri"/>
              </a:rPr>
              <a:t>•  </a:t>
            </a:r>
          </a:p>
          <a:p>
            <a:pPr lvl="1"/>
            <a:r>
              <a:rPr sz="1200" b="0">
                <a:solidFill>
                  <a:srgbClr val="222222"/>
                </a:solidFill>
                <a:latin typeface="Calibri"/>
              </a:rPr>
              <a:t>• G</a:t>
            </a:r>
          </a:p>
          <a:p>
            <a:pPr lvl="1"/>
            <a:r>
              <a:rPr sz="1200" b="0">
                <a:solidFill>
                  <a:srgbClr val="222222"/>
                </a:solidFill>
                <a:latin typeface="Calibri"/>
              </a:rPr>
              <a:t>• B</a:t>
            </a:r>
          </a:p>
          <a:p>
            <a:pPr lvl="1"/>
            <a:r>
              <a:rPr sz="1200" b="0">
                <a:solidFill>
                  <a:srgbClr val="222222"/>
                </a:solidFill>
                <a:latin typeface="Calibri"/>
              </a:rPr>
              <a:t>•  </a:t>
            </a:r>
          </a:p>
          <a:p>
            <a:pPr lvl="1"/>
            <a:r>
              <a:rPr sz="1200" b="0">
                <a:solidFill>
                  <a:srgbClr val="222222"/>
                </a:solidFill>
                <a:latin typeface="Calibri"/>
              </a:rPr>
              <a:t>• m</a:t>
            </a:r>
          </a:p>
          <a:p>
            <a:pPr lvl="1"/>
            <a:r>
              <a:rPr sz="1200" b="0">
                <a:solidFill>
                  <a:srgbClr val="222222"/>
                </a:solidFill>
                <a:latin typeface="Calibri"/>
              </a:rPr>
              <a:t>• e</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i</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n</a:t>
            </a:r>
          </a:p>
          <a:p>
            <a:pPr lvl="1"/>
            <a:r>
              <a:rPr sz="1200" b="0">
                <a:solidFill>
                  <a:srgbClr val="222222"/>
                </a:solidFill>
                <a:latin typeface="Calibri"/>
              </a:rPr>
              <a:t>• o</a:t>
            </a:r>
          </a:p>
          <a:p>
            <a:pPr lvl="1"/>
            <a:r>
              <a:rPr sz="1200" b="0">
                <a:solidFill>
                  <a:srgbClr val="222222"/>
                </a:solidFill>
                <a:latin typeface="Calibri"/>
              </a:rPr>
              <a:t>• t</a:t>
            </a:r>
          </a:p>
          <a:p>
            <a:pPr lvl="1"/>
            <a:r>
              <a:rPr sz="1200" b="0">
                <a:solidFill>
                  <a:srgbClr val="222222"/>
                </a:solidFill>
                <a:latin typeface="Calibri"/>
              </a:rPr>
              <a:t>• e</a:t>
            </a:r>
          </a:p>
          <a:p>
            <a:pPr lvl="1"/>
            <a:r>
              <a:rPr sz="1200" b="0">
                <a:solidFill>
                  <a:srgbClr val="222222"/>
                </a:solidFill>
                <a:latin typeface="Calibri"/>
              </a:rPr>
              <a:t>• b</a:t>
            </a:r>
          </a:p>
          <a:p>
            <a:pPr lvl="1"/>
            <a:r>
              <a:rPr sz="1200" b="0">
                <a:solidFill>
                  <a:srgbClr val="222222"/>
                </a:solidFill>
                <a:latin typeface="Calibri"/>
              </a:rPr>
              <a:t>• o</a:t>
            </a:r>
          </a:p>
          <a:p>
            <a:pPr lvl="1"/>
            <a:r>
              <a:rPr sz="1200" b="0">
                <a:solidFill>
                  <a:srgbClr val="222222"/>
                </a:solidFill>
                <a:latin typeface="Calibri"/>
              </a:rPr>
              <a:t>• o</a:t>
            </a:r>
          </a:p>
          <a:p>
            <a:pPr lvl="1"/>
            <a:r>
              <a:rPr sz="1200" b="0">
                <a:solidFill>
                  <a:srgbClr val="222222"/>
                </a:solidFill>
                <a:latin typeface="Calibri"/>
              </a:rPr>
              <a:t>• k</a:t>
            </a:r>
          </a:p>
          <a:p>
            <a:pPr lvl="1"/>
            <a:r>
              <a:rPr sz="1200" b="0">
                <a:solidFill>
                  <a:srgbClr val="222222"/>
                </a:solidFill>
                <a:latin typeface="Calibri"/>
              </a:rPr>
              <a:t>•  </a:t>
            </a:r>
          </a:p>
          <a:p>
            <a:pPr lvl="1"/>
            <a:r>
              <a:rPr sz="1200" b="0">
                <a:solidFill>
                  <a:srgbClr val="222222"/>
                </a:solidFill>
                <a:latin typeface="Calibri"/>
              </a:rPr>
              <a:t>• c</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a:t>
            </a:r>
          </a:p>
          <a:p>
            <a:pPr lvl="1"/>
            <a:r>
              <a:rPr sz="1200" b="0">
                <a:solidFill>
                  <a:srgbClr val="222222"/>
                </a:solidFill>
                <a:latin typeface="Calibri"/>
              </a:rPr>
              <a:t>• g</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w</a:t>
            </a:r>
          </a:p>
          <a:p>
            <a:pPr lvl="1"/>
            <a:r>
              <a:rPr sz="1200" b="0">
                <a:solidFill>
                  <a:srgbClr val="222222"/>
                </a:solidFill>
                <a:latin typeface="Calibri"/>
              </a:rPr>
              <a:t>•  </a:t>
            </a:r>
          </a:p>
          <a:p>
            <a:pPr lvl="1"/>
            <a:r>
              <a:rPr sz="1200" b="0">
                <a:solidFill>
                  <a:srgbClr val="222222"/>
                </a:solidFill>
                <a:latin typeface="Calibri"/>
              </a:rPr>
              <a:t>• w</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a:t>
            </a:r>
          </a:p>
          <a:p>
            <a:pPr lvl="1"/>
            <a:r>
              <a:rPr sz="1200" b="0">
                <a:solidFill>
                  <a:srgbClr val="222222"/>
                </a:solidFill>
                <a:latin typeface="Calibri"/>
              </a:rPr>
              <a:t>• y</a:t>
            </a:r>
          </a:p>
          <a:p>
            <a:pPr lvl="1"/>
            <a:r>
              <a:rPr sz="1200" b="0">
                <a:solidFill>
                  <a:srgbClr val="222222"/>
                </a:solidFill>
                <a:latin typeface="Calibri"/>
              </a:rPr>
              <a:t>• o</a:t>
            </a:r>
          </a:p>
          <a:p>
            <a:pPr lvl="1"/>
            <a:r>
              <a:rPr sz="1200" b="0">
                <a:solidFill>
                  <a:srgbClr val="222222"/>
                </a:solidFill>
                <a:latin typeface="Calibri"/>
              </a:rPr>
              <a:t>• u</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b</a:t>
            </a:r>
          </a:p>
          <a:p>
            <a:pPr lvl="1"/>
            <a:r>
              <a:rPr sz="1200" b="0">
                <a:solidFill>
                  <a:srgbClr val="222222"/>
                </a:solidFill>
                <a:latin typeface="Calibri"/>
              </a:rPr>
              <a:t>• u</a:t>
            </a:r>
          </a:p>
          <a:p>
            <a:pPr lvl="1"/>
            <a:r>
              <a:rPr sz="1200" b="0">
                <a:solidFill>
                  <a:srgbClr val="222222"/>
                </a:solidFill>
                <a:latin typeface="Calibri"/>
              </a:rPr>
              <a:t>• s</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n</a:t>
            </a:r>
          </a:p>
          <a:p>
            <a:pPr lvl="1"/>
            <a:r>
              <a:rPr sz="1200" b="0">
                <a:solidFill>
                  <a:srgbClr val="222222"/>
                </a:solidFill>
                <a:latin typeface="Calibri"/>
              </a:rPr>
              <a:t>• e</a:t>
            </a:r>
          </a:p>
          <a:p>
            <a:pPr lvl="1"/>
            <a:r>
              <a:rPr sz="1200" b="0">
                <a:solidFill>
                  <a:srgbClr val="222222"/>
                </a:solidFill>
                <a:latin typeface="Calibri"/>
              </a:rPr>
              <a:t>• e</a:t>
            </a:r>
          </a:p>
          <a:p>
            <a:pPr lvl="1"/>
            <a:r>
              <a:rPr sz="1200" b="0">
                <a:solidFill>
                  <a:srgbClr val="222222"/>
                </a:solidFill>
                <a:latin typeface="Calibri"/>
              </a:rPr>
              <a:t>• d</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s</a:t>
            </a:r>
          </a:p>
          <a:p>
            <a:pPr lvl="1"/>
            <a:r>
              <a:rPr sz="1200" b="0">
                <a:solidFill>
                  <a:srgbClr val="222222"/>
                </a:solidFill>
                <a:latin typeface="Calibri"/>
              </a:rPr>
              <a:t>• u</a:t>
            </a:r>
          </a:p>
          <a:p>
            <a:pPr lvl="1"/>
            <a:r>
              <a:rPr sz="1200" b="0">
                <a:solidFill>
                  <a:srgbClr val="222222"/>
                </a:solidFill>
                <a:latin typeface="Calibri"/>
              </a:rPr>
              <a:t>• r</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m</a:t>
            </a:r>
          </a:p>
          <a:p>
            <a:pPr lvl="1"/>
            <a:r>
              <a:rPr sz="1200" b="0">
                <a:solidFill>
                  <a:srgbClr val="222222"/>
                </a:solidFill>
                <a:latin typeface="Calibri"/>
              </a:rPr>
              <a:t>• a</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a:t>
            </a:r>
          </a:p>
          <a:p>
            <a:pPr lvl="1"/>
            <a:r>
              <a:rPr sz="1200" b="0">
                <a:solidFill>
                  <a:srgbClr val="222222"/>
                </a:solidFill>
                <a:latin typeface="Calibri"/>
              </a:rPr>
              <a:t>• v</a:t>
            </a:r>
          </a:p>
          <a:p>
            <a:pPr lvl="1"/>
            <a:r>
              <a:rPr sz="1200" b="0">
                <a:solidFill>
                  <a:srgbClr val="222222"/>
                </a:solidFill>
                <a:latin typeface="Calibri"/>
              </a:rPr>
              <a:t>• a</a:t>
            </a:r>
          </a:p>
          <a:p>
            <a:pPr lvl="1"/>
            <a:r>
              <a:rPr sz="1200" b="0">
                <a:solidFill>
                  <a:srgbClr val="222222"/>
                </a:solidFill>
                <a:latin typeface="Calibri"/>
              </a:rPr>
              <a:t>• l</a:t>
            </a:r>
          </a:p>
          <a:p>
            <a:pPr lvl="1"/>
            <a:r>
              <a:rPr sz="1200" b="0">
                <a:solidFill>
                  <a:srgbClr val="222222"/>
                </a:solidFill>
                <a:latin typeface="Calibri"/>
              </a:rPr>
              <a:t>• u</a:t>
            </a:r>
          </a:p>
          <a:p>
            <a:pPr lvl="1"/>
            <a:r>
              <a:rPr sz="1200" b="0">
                <a:solidFill>
                  <a:srgbClr val="222222"/>
                </a:solidFill>
                <a:latin typeface="Calibri"/>
              </a:rPr>
              <a:t>• a</a:t>
            </a:r>
          </a:p>
          <a:p>
            <a:pPr lvl="1"/>
            <a:r>
              <a:rPr sz="1200" b="0">
                <a:solidFill>
                  <a:srgbClr val="222222"/>
                </a:solidFill>
                <a:latin typeface="Calibri"/>
              </a:rPr>
              <a:t>• b</a:t>
            </a:r>
          </a:p>
          <a:p>
            <a:pPr lvl="1"/>
            <a:r>
              <a:rPr sz="1200" b="0">
                <a:solidFill>
                  <a:srgbClr val="222222"/>
                </a:solidFill>
                <a:latin typeface="Calibri"/>
              </a:rPr>
              <a:t>• l</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s</a:t>
            </a:r>
          </a:p>
          <a:p>
            <a:pPr lvl="1"/>
            <a:r>
              <a:rPr sz="1200" b="0">
                <a:solidFill>
                  <a:srgbClr val="222222"/>
                </a:solidFill>
                <a:latin typeface="Calibri"/>
              </a:rPr>
              <a:t>• s</a:t>
            </a:r>
          </a:p>
          <a:p>
            <a:pPr lvl="1"/>
            <a:r>
              <a:rPr sz="1200" b="0">
                <a:solidFill>
                  <a:srgbClr val="222222"/>
                </a:solidFill>
                <a:latin typeface="Calibri"/>
              </a:rPr>
              <a:t>• e</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v</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m</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i</a:t>
            </a:r>
          </a:p>
          <a:p>
            <a:pPr lvl="1"/>
            <a:r>
              <a:rPr sz="1200" b="0">
                <a:solidFill>
                  <a:srgbClr val="222222"/>
                </a:solidFill>
                <a:latin typeface="Calibri"/>
              </a:rPr>
              <a:t>• m</a:t>
            </a:r>
          </a:p>
          <a:p>
            <a:pPr lvl="1"/>
            <a:r>
              <a:rPr sz="1200" b="0">
                <a:solidFill>
                  <a:srgbClr val="222222"/>
                </a:solidFill>
                <a:latin typeface="Calibri"/>
              </a:rPr>
              <a:t>• p</a:t>
            </a:r>
          </a:p>
          <a:p>
            <a:pPr lvl="1"/>
            <a:r>
              <a:rPr sz="1200" b="0">
                <a:solidFill>
                  <a:srgbClr val="222222"/>
                </a:solidFill>
                <a:latin typeface="Calibri"/>
              </a:rPr>
              <a:t>• l</a:t>
            </a:r>
          </a:p>
          <a:p>
            <a:pPr lvl="1"/>
            <a:r>
              <a:rPr sz="1200" b="0">
                <a:solidFill>
                  <a:srgbClr val="222222"/>
                </a:solidFill>
                <a:latin typeface="Calibri"/>
              </a:rPr>
              <a:t>• i</a:t>
            </a:r>
          </a:p>
          <a:p>
            <a:pPr lvl="1"/>
            <a:r>
              <a:rPr sz="1200" b="0">
                <a:solidFill>
                  <a:srgbClr val="222222"/>
                </a:solidFill>
                <a:latin typeface="Calibri"/>
              </a:rPr>
              <a:t>• f</a:t>
            </a:r>
          </a:p>
          <a:p>
            <a:pPr lvl="1"/>
            <a:r>
              <a:rPr sz="1200" b="0">
                <a:solidFill>
                  <a:srgbClr val="222222"/>
                </a:solidFill>
                <a:latin typeface="Calibri"/>
              </a:rPr>
              <a:t>• i</a:t>
            </a:r>
          </a:p>
          <a:p>
            <a:pPr lvl="1"/>
            <a:r>
              <a:rPr sz="1200" b="0">
                <a:solidFill>
                  <a:srgbClr val="222222"/>
                </a:solidFill>
                <a:latin typeface="Calibri"/>
              </a:rPr>
              <a:t>• e</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C</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n</a:t>
            </a:r>
          </a:p>
          <a:p>
            <a:pPr lvl="1"/>
            <a:r>
              <a:rPr sz="1200" b="0">
                <a:solidFill>
                  <a:srgbClr val="222222"/>
                </a:solidFill>
                <a:latin typeface="Calibri"/>
              </a:rPr>
              <a:t>• e</a:t>
            </a:r>
          </a:p>
          <a:p>
            <a:pPr lvl="1"/>
            <a:r>
              <a:rPr sz="1200" b="0">
                <a:solidFill>
                  <a:srgbClr val="222222"/>
                </a:solidFill>
                <a:latin typeface="Calibri"/>
              </a:rPr>
              <a:t>• c</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v</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a:t>
            </a:r>
          </a:p>
          <a:p>
            <a:pPr lvl="1"/>
            <a:r>
              <a:rPr sz="1200" b="0">
                <a:solidFill>
                  <a:srgbClr val="222222"/>
                </a:solidFill>
                <a:latin typeface="Calibri"/>
              </a:rPr>
              <a:t>• c</a:t>
            </a:r>
          </a:p>
          <a:p>
            <a:pPr lvl="1"/>
            <a:r>
              <a:rPr sz="1200" b="0">
                <a:solidFill>
                  <a:srgbClr val="222222"/>
                </a:solidFill>
                <a:latin typeface="Calibri"/>
              </a:rPr>
              <a:t>• o</a:t>
            </a:r>
          </a:p>
          <a:p>
            <a:pPr lvl="1"/>
            <a:r>
              <a:rPr sz="1200" b="0">
                <a:solidFill>
                  <a:srgbClr val="222222"/>
                </a:solidFill>
                <a:latin typeface="Calibri"/>
              </a:rPr>
              <a:t>• m</a:t>
            </a:r>
          </a:p>
          <a:p>
            <a:pPr lvl="1"/>
            <a:r>
              <a:rPr sz="1200" b="0">
                <a:solidFill>
                  <a:srgbClr val="222222"/>
                </a:solidFill>
                <a:latin typeface="Calibri"/>
              </a:rPr>
              <a:t>• p</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h</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s</a:t>
            </a:r>
          </a:p>
          <a:p>
            <a:pPr lvl="1"/>
            <a:r>
              <a:rPr sz="1200" b="0">
                <a:solidFill>
                  <a:srgbClr val="222222"/>
                </a:solidFill>
                <a:latin typeface="Calibri"/>
              </a:rPr>
              <a:t>• i</a:t>
            </a:r>
          </a:p>
          <a:p>
            <a:pPr lvl="1"/>
            <a:r>
              <a:rPr sz="1200" b="0">
                <a:solidFill>
                  <a:srgbClr val="222222"/>
                </a:solidFill>
                <a:latin typeface="Calibri"/>
              </a:rPr>
              <a:t>• v</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e</a:t>
            </a:r>
          </a:p>
          <a:p>
            <a:pPr lvl="1"/>
            <a:r>
              <a:rPr sz="1200" b="0">
                <a:solidFill>
                  <a:srgbClr val="222222"/>
                </a:solidFill>
                <a:latin typeface="Calibri"/>
              </a:rPr>
              <a:t>• l</a:t>
            </a:r>
          </a:p>
          <a:p>
            <a:pPr lvl="1"/>
            <a:r>
              <a:rPr sz="1200" b="0">
                <a:solidFill>
                  <a:srgbClr val="222222"/>
                </a:solidFill>
                <a:latin typeface="Calibri"/>
              </a:rPr>
              <a:t>• e</a:t>
            </a:r>
          </a:p>
          <a:p>
            <a:pPr lvl="1"/>
            <a:r>
              <a:rPr sz="1200" b="0">
                <a:solidFill>
                  <a:srgbClr val="222222"/>
                </a:solidFill>
                <a:latin typeface="Calibri"/>
              </a:rPr>
              <a:t>• c</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l</a:t>
            </a:r>
          </a:p>
          <a:p>
            <a:pPr lvl="1"/>
            <a:r>
              <a:rPr sz="1200" b="0">
                <a:solidFill>
                  <a:srgbClr val="222222"/>
                </a:solidFill>
                <a:latin typeface="Calibri"/>
              </a:rPr>
              <a:t>• l</a:t>
            </a:r>
          </a:p>
          <a:p>
            <a:pPr lvl="1"/>
            <a:r>
              <a:rPr sz="1200" b="0">
                <a:solidFill>
                  <a:srgbClr val="222222"/>
                </a:solidFill>
                <a:latin typeface="Calibri"/>
              </a:rPr>
              <a:t>• o</a:t>
            </a:r>
          </a:p>
          <a:p>
            <a:pPr lvl="1"/>
            <a:r>
              <a:rPr sz="1200" b="0">
                <a:solidFill>
                  <a:srgbClr val="222222"/>
                </a:solidFill>
                <a:latin typeface="Calibri"/>
              </a:rPr>
              <a:t>• w</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f</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a</a:t>
            </a:r>
          </a:p>
          <a:p>
            <a:pPr lvl="1"/>
            <a:r>
              <a:rPr sz="1200" b="0">
                <a:solidFill>
                  <a:srgbClr val="222222"/>
                </a:solidFill>
                <a:latin typeface="Calibri"/>
              </a:rPr>
              <a:t>• s</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c</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n</a:t>
            </a:r>
          </a:p>
          <a:p>
            <a:pPr lvl="1"/>
            <a:r>
              <a:rPr sz="1200" b="0">
                <a:solidFill>
                  <a:srgbClr val="222222"/>
                </a:solidFill>
                <a:latin typeface="Calibri"/>
              </a:rPr>
              <a:t>• e</a:t>
            </a:r>
          </a:p>
          <a:p>
            <a:pPr lvl="1"/>
            <a:r>
              <a:rPr sz="1200" b="0">
                <a:solidFill>
                  <a:srgbClr val="222222"/>
                </a:solidFill>
                <a:latin typeface="Calibri"/>
              </a:rPr>
              <a:t>• c</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o</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i</a:t>
            </a:r>
          </a:p>
          <a:p>
            <a:pPr lvl="1"/>
            <a:r>
              <a:rPr sz="1200" b="0">
                <a:solidFill>
                  <a:srgbClr val="222222"/>
                </a:solidFill>
                <a:latin typeface="Calibri"/>
              </a:rPr>
              <a:t>• p</a:t>
            </a:r>
          </a:p>
          <a:p>
            <a:pPr lvl="1"/>
            <a:r>
              <a:rPr sz="1200" b="0">
                <a:solidFill>
                  <a:srgbClr val="222222"/>
                </a:solidFill>
                <a:latin typeface="Calibri"/>
              </a:rPr>
              <a:t>• h</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a</a:t>
            </a:r>
          </a:p>
          <a:p>
            <a:pPr lvl="1"/>
            <a:r>
              <a:rPr sz="1200" b="0">
                <a:solidFill>
                  <a:srgbClr val="222222"/>
                </a:solidFill>
                <a:latin typeface="Calibri"/>
              </a:rPr>
              <a:t>• l</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x</a:t>
            </a:r>
          </a:p>
          <a:p>
            <a:pPr lvl="1"/>
            <a:r>
              <a:rPr sz="1200" b="0">
                <a:solidFill>
                  <a:srgbClr val="222222"/>
                </a:solidFill>
                <a:latin typeface="Calibri"/>
              </a:rPr>
              <a:t>• t</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n</a:t>
            </a:r>
          </a:p>
          <a:p>
            <a:pPr lvl="1"/>
            <a:r>
              <a:rPr sz="1200" b="0">
                <a:solidFill>
                  <a:srgbClr val="222222"/>
                </a:solidFill>
                <a:latin typeface="Calibri"/>
              </a:rPr>
              <a:t>• a</a:t>
            </a:r>
          </a:p>
          <a:p>
            <a:pPr lvl="1"/>
            <a:r>
              <a:rPr sz="1200" b="0">
                <a:solidFill>
                  <a:srgbClr val="222222"/>
                </a:solidFill>
                <a:latin typeface="Calibri"/>
              </a:rPr>
              <a:t>• l</a:t>
            </a:r>
          </a:p>
          <a:p>
            <a:pPr lvl="1"/>
            <a:r>
              <a:rPr sz="1200" b="0">
                <a:solidFill>
                  <a:srgbClr val="222222"/>
                </a:solidFill>
                <a:latin typeface="Calibri"/>
              </a:rPr>
              <a:t>•  </a:t>
            </a:r>
          </a:p>
          <a:p>
            <a:pPr lvl="1"/>
            <a:r>
              <a:rPr sz="1200" b="0">
                <a:solidFill>
                  <a:srgbClr val="222222"/>
                </a:solidFill>
                <a:latin typeface="Calibri"/>
              </a:rPr>
              <a:t>• d</a:t>
            </a:r>
          </a:p>
          <a:p>
            <a:pPr lvl="1"/>
            <a:r>
              <a:rPr sz="1200" b="0">
                <a:solidFill>
                  <a:srgbClr val="222222"/>
                </a:solidFill>
                <a:latin typeface="Calibri"/>
              </a:rPr>
              <a:t>• i</a:t>
            </a:r>
          </a:p>
          <a:p>
            <a:pPr lvl="1"/>
            <a:r>
              <a:rPr sz="1200" b="0">
                <a:solidFill>
                  <a:srgbClr val="222222"/>
                </a:solidFill>
                <a:latin typeface="Calibri"/>
              </a:rPr>
              <a:t>• s</a:t>
            </a:r>
          </a:p>
          <a:p>
            <a:pPr lvl="1"/>
            <a:r>
              <a:rPr sz="1200" b="0">
                <a:solidFill>
                  <a:srgbClr val="222222"/>
                </a:solidFill>
                <a:latin typeface="Calibri"/>
              </a:rPr>
              <a:t>• p</a:t>
            </a:r>
          </a:p>
          <a:p>
            <a:pPr lvl="1"/>
            <a:r>
              <a:rPr sz="1200" b="0">
                <a:solidFill>
                  <a:srgbClr val="222222"/>
                </a:solidFill>
                <a:latin typeface="Calibri"/>
              </a:rPr>
              <a:t>• l</a:t>
            </a:r>
          </a:p>
          <a:p>
            <a:pPr lvl="1"/>
            <a:r>
              <a:rPr sz="1200" b="0">
                <a:solidFill>
                  <a:srgbClr val="222222"/>
                </a:solidFill>
                <a:latin typeface="Calibri"/>
              </a:rPr>
              <a:t>• a</a:t>
            </a:r>
          </a:p>
          <a:p>
            <a:pPr lvl="1"/>
            <a:r>
              <a:rPr sz="1200" b="0">
                <a:solidFill>
                  <a:srgbClr val="222222"/>
                </a:solidFill>
                <a:latin typeface="Calibri"/>
              </a:rPr>
              <a:t>• y</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h</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c</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d</a:t>
            </a:r>
          </a:p>
          <a:p>
            <a:pPr lvl="1"/>
            <a:r>
              <a:rPr sz="1200" b="0">
                <a:solidFill>
                  <a:srgbClr val="222222"/>
                </a:solidFill>
                <a:latin typeface="Calibri"/>
              </a:rPr>
              <a:t>• u</a:t>
            </a:r>
          </a:p>
          <a:p>
            <a:pPr lvl="1"/>
            <a:r>
              <a:rPr sz="1200" b="0">
                <a:solidFill>
                  <a:srgbClr val="222222"/>
                </a:solidFill>
                <a:latin typeface="Calibri"/>
              </a:rPr>
              <a:t>• c</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v</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w</a:t>
            </a:r>
          </a:p>
          <a:p>
            <a:pPr lvl="1"/>
            <a:r>
              <a:rPr sz="1200" b="0">
                <a:solidFill>
                  <a:srgbClr val="222222"/>
                </a:solidFill>
                <a:latin typeface="Calibri"/>
              </a:rPr>
              <a:t>• h</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v</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y</a:t>
            </a:r>
          </a:p>
          <a:p>
            <a:pPr lvl="1"/>
            <a:r>
              <a:rPr sz="1200" b="0">
                <a:solidFill>
                  <a:srgbClr val="222222"/>
                </a:solidFill>
                <a:latin typeface="Calibri"/>
              </a:rPr>
              <a:t>• o</a:t>
            </a:r>
          </a:p>
          <a:p>
            <a:pPr lvl="1"/>
            <a:r>
              <a:rPr sz="1200" b="0">
                <a:solidFill>
                  <a:srgbClr val="222222"/>
                </a:solidFill>
                <a:latin typeface="Calibri"/>
              </a:rPr>
              <a:t>• u</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e</a:t>
            </a:r>
          </a:p>
          <a:p>
            <a:pPr lvl="1"/>
            <a:r>
              <a:rPr sz="1200" b="0">
                <a:solidFill>
                  <a:srgbClr val="222222"/>
                </a:solidFill>
                <a:latin typeface="Calibri"/>
              </a:rPr>
              <a:t>• a</a:t>
            </a:r>
          </a:p>
          <a:p>
            <a:pPr lvl="1"/>
            <a:r>
              <a:rPr sz="1200" b="0">
                <a:solidFill>
                  <a:srgbClr val="222222"/>
                </a:solidFill>
                <a:latin typeface="Calibri"/>
              </a:rPr>
              <a:t>• m</a:t>
            </a:r>
          </a:p>
          <a:p>
            <a:pPr lvl="1"/>
            <a:r>
              <a:rPr sz="1200" b="0">
                <a:solidFill>
                  <a:srgbClr val="222222"/>
                </a:solidFill>
                <a:latin typeface="Calibri"/>
              </a:rPr>
              <a:t>•  </a:t>
            </a:r>
          </a:p>
          <a:p>
            <a:pPr lvl="1"/>
            <a:r>
              <a:rPr sz="1200" b="0">
                <a:solidFill>
                  <a:srgbClr val="222222"/>
                </a:solidFill>
                <a:latin typeface="Calibri"/>
              </a:rPr>
              <a:t>• w</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k</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W</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d</a:t>
            </a:r>
          </a:p>
          <a:p>
            <a:pPr lvl="1"/>
            <a:r>
              <a:rPr sz="1200" b="0">
                <a:solidFill>
                  <a:srgbClr val="222222"/>
                </a:solidFill>
                <a:latin typeface="Calibri"/>
              </a:rPr>
              <a:t>• o</a:t>
            </a:r>
          </a:p>
          <a:p>
            <a:pPr lvl="1"/>
            <a:r>
              <a:rPr sz="1200" b="0">
                <a:solidFill>
                  <a:srgbClr val="222222"/>
                </a:solidFill>
                <a:latin typeface="Calibri"/>
              </a:rPr>
              <a:t>• w</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p</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m</a:t>
            </a:r>
          </a:p>
          <a:p>
            <a:pPr lvl="1"/>
            <a:r>
              <a:rPr sz="1200" b="0">
                <a:solidFill>
                  <a:srgbClr val="222222"/>
                </a:solidFill>
                <a:latin typeface="Calibri"/>
              </a:rPr>
              <a:t>• i</a:t>
            </a:r>
          </a:p>
          <a:p>
            <a:pPr lvl="1"/>
            <a:r>
              <a:rPr sz="1200" b="0">
                <a:solidFill>
                  <a:srgbClr val="222222"/>
                </a:solidFill>
                <a:latin typeface="Calibri"/>
              </a:rPr>
              <a:t>• z</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a</a:t>
            </a:r>
          </a:p>
          <a:p>
            <a:pPr lvl="1"/>
            <a:r>
              <a:rPr sz="1200" b="0">
                <a:solidFill>
                  <a:srgbClr val="222222"/>
                </a:solidFill>
                <a:latin typeface="Calibri"/>
              </a:rPr>
              <a:t>• i</a:t>
            </a:r>
          </a:p>
          <a:p>
            <a:pPr lvl="1"/>
            <a:r>
              <a:rPr sz="1200" b="0">
                <a:solidFill>
                  <a:srgbClr val="222222"/>
                </a:solidFill>
                <a:latin typeface="Calibri"/>
              </a:rPr>
              <a:t>• l</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f</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p</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m</a:t>
            </a:r>
          </a:p>
          <a:p>
            <a:pPr lvl="1"/>
            <a:r>
              <a:rPr sz="1200" b="0">
                <a:solidFill>
                  <a:srgbClr val="222222"/>
                </a:solidFill>
                <a:latin typeface="Calibri"/>
              </a:rPr>
              <a:t>• a</a:t>
            </a:r>
          </a:p>
          <a:p>
            <a:pPr lvl="1"/>
            <a:r>
              <a:rPr sz="1200" b="0">
                <a:solidFill>
                  <a:srgbClr val="222222"/>
                </a:solidFill>
                <a:latin typeface="Calibri"/>
              </a:rPr>
              <a:t>• l</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f</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m</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c</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w</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a:t>
            </a:r>
          </a:p>
          <a:p>
            <a:pPr lvl="1"/>
            <a:r>
              <a:rPr sz="1200" b="0">
                <a:solidFill>
                  <a:srgbClr val="222222"/>
                </a:solidFill>
                <a:latin typeface="Calibri"/>
              </a:rPr>
              <a:t>• W</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d</a:t>
            </a:r>
          </a:p>
          <a:p>
            <a:pPr lvl="1"/>
            <a:r>
              <a:rPr sz="1200" b="0">
                <a:solidFill>
                  <a:srgbClr val="222222"/>
                </a:solidFill>
                <a:latin typeface="Calibri"/>
              </a:rPr>
              <a:t>• o</a:t>
            </a:r>
          </a:p>
          <a:p>
            <a:pPr lvl="1"/>
            <a:r>
              <a:rPr sz="1200" b="0">
                <a:solidFill>
                  <a:srgbClr val="222222"/>
                </a:solidFill>
                <a:latin typeface="Calibri"/>
              </a:rPr>
              <a:t>• w</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8</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a:t>
            </a:r>
          </a:p>
          <a:p>
            <a:pPr lvl="1"/>
            <a:r>
              <a:rPr sz="1200" b="0">
                <a:solidFill>
                  <a:srgbClr val="222222"/>
                </a:solidFill>
                <a:latin typeface="Calibri"/>
              </a:rPr>
              <a:t>• f</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i</a:t>
            </a:r>
          </a:p>
          <a:p>
            <a:pPr lvl="1"/>
            <a:r>
              <a:rPr sz="1200" b="0">
                <a:solidFill>
                  <a:srgbClr val="222222"/>
                </a:solidFill>
                <a:latin typeface="Calibri"/>
              </a:rPr>
              <a:t>• m</a:t>
            </a:r>
          </a:p>
          <a:p>
            <a:pPr lvl="1"/>
            <a:r>
              <a:rPr sz="1200" b="0">
                <a:solidFill>
                  <a:srgbClr val="222222"/>
                </a:solidFill>
                <a:latin typeface="Calibri"/>
              </a:rPr>
              <a:t>• p</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v</a:t>
            </a:r>
          </a:p>
          <a:p>
            <a:pPr lvl="1"/>
            <a:r>
              <a:rPr sz="1200" b="0">
                <a:solidFill>
                  <a:srgbClr val="222222"/>
                </a:solidFill>
                <a:latin typeface="Calibri"/>
              </a:rPr>
              <a:t>• e</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w</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k</a:t>
            </a:r>
          </a:p>
          <a:p>
            <a:pPr lvl="1"/>
            <a:r>
              <a:rPr sz="1200" b="0">
                <a:solidFill>
                  <a:srgbClr val="222222"/>
                </a:solidFill>
                <a:latin typeface="Calibri"/>
              </a:rPr>
              <a:t>• f</a:t>
            </a:r>
          </a:p>
          <a:p>
            <a:pPr lvl="1"/>
            <a:r>
              <a:rPr sz="1200" b="0">
                <a:solidFill>
                  <a:srgbClr val="222222"/>
                </a:solidFill>
                <a:latin typeface="Calibri"/>
              </a:rPr>
              <a:t>• l</a:t>
            </a:r>
          </a:p>
          <a:p>
            <a:pPr lvl="1"/>
            <a:r>
              <a:rPr sz="1200" b="0">
                <a:solidFill>
                  <a:srgbClr val="222222"/>
                </a:solidFill>
                <a:latin typeface="Calibri"/>
              </a:rPr>
              <a:t>• o</a:t>
            </a:r>
          </a:p>
          <a:p>
            <a:pPr lvl="1"/>
            <a:r>
              <a:rPr sz="1200" b="0">
                <a:solidFill>
                  <a:srgbClr val="222222"/>
                </a:solidFill>
                <a:latin typeface="Calibri"/>
              </a:rPr>
              <a:t>• w</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f</a:t>
            </a:r>
          </a:p>
          <a:p>
            <a:pPr lvl="1"/>
            <a:r>
              <a:rPr sz="1200" b="0">
                <a:solidFill>
                  <a:srgbClr val="222222"/>
                </a:solidFill>
                <a:latin typeface="Calibri"/>
              </a:rPr>
              <a:t>• f</a:t>
            </a:r>
          </a:p>
          <a:p>
            <a:pPr lvl="1"/>
            <a:r>
              <a:rPr sz="1200" b="0">
                <a:solidFill>
                  <a:srgbClr val="222222"/>
                </a:solidFill>
                <a:latin typeface="Calibri"/>
              </a:rPr>
              <a:t>• i</a:t>
            </a:r>
          </a:p>
          <a:p>
            <a:pPr lvl="1"/>
            <a:r>
              <a:rPr sz="1200" b="0">
                <a:solidFill>
                  <a:srgbClr val="222222"/>
                </a:solidFill>
                <a:latin typeface="Calibri"/>
              </a:rPr>
              <a:t>• c</a:t>
            </a:r>
          </a:p>
          <a:p>
            <a:pPr lvl="1"/>
            <a:r>
              <a:rPr sz="1200" b="0">
                <a:solidFill>
                  <a:srgbClr val="222222"/>
                </a:solidFill>
                <a:latin typeface="Calibri"/>
              </a:rPr>
              <a:t>• i</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c</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s</a:t>
            </a:r>
          </a:p>
          <a:p>
            <a:pPr lvl="1"/>
            <a:r>
              <a:rPr sz="1200" b="0">
                <a:solidFill>
                  <a:srgbClr val="222222"/>
                </a:solidFill>
                <a:latin typeface="Calibri"/>
              </a:rPr>
              <a:t>• u</a:t>
            </a:r>
          </a:p>
          <a:p>
            <a:pPr lvl="1"/>
            <a:r>
              <a:rPr sz="1200" b="0">
                <a:solidFill>
                  <a:srgbClr val="222222"/>
                </a:solidFill>
                <a:latin typeface="Calibri"/>
              </a:rPr>
              <a:t>• r</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l</a:t>
            </a:r>
          </a:p>
          <a:p>
            <a:pPr lvl="1"/>
            <a:r>
              <a:rPr sz="1200" b="0">
                <a:solidFill>
                  <a:srgbClr val="222222"/>
                </a:solidFill>
                <a:latin typeface="Calibri"/>
              </a:rPr>
              <a:t>• i</a:t>
            </a:r>
          </a:p>
          <a:p>
            <a:pPr lvl="1"/>
            <a:r>
              <a:rPr sz="1200" b="0">
                <a:solidFill>
                  <a:srgbClr val="222222"/>
                </a:solidFill>
                <a:latin typeface="Calibri"/>
              </a:rPr>
              <a:t>• a</a:t>
            </a:r>
          </a:p>
          <a:p>
            <a:pPr lvl="1"/>
            <a:r>
              <a:rPr sz="1200" b="0">
                <a:solidFill>
                  <a:srgbClr val="222222"/>
                </a:solidFill>
                <a:latin typeface="Calibri"/>
              </a:rPr>
              <a:t>• b</a:t>
            </a:r>
          </a:p>
          <a:p>
            <a:pPr lvl="1"/>
            <a:r>
              <a:rPr sz="1200" b="0">
                <a:solidFill>
                  <a:srgbClr val="222222"/>
                </a:solidFill>
                <a:latin typeface="Calibri"/>
              </a:rPr>
              <a:t>• i</a:t>
            </a:r>
          </a:p>
          <a:p>
            <a:pPr lvl="1"/>
            <a:r>
              <a:rPr sz="1200" b="0">
                <a:solidFill>
                  <a:srgbClr val="222222"/>
                </a:solidFill>
                <a:latin typeface="Calibri"/>
              </a:rPr>
              <a:t>• l</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p</a:t>
            </a:r>
          </a:p>
          <a:p>
            <a:pPr lvl="1"/>
            <a:r>
              <a:rPr sz="1200" b="0">
                <a:solidFill>
                  <a:srgbClr val="222222"/>
                </a:solidFill>
                <a:latin typeface="Calibri"/>
              </a:rPr>
              <a:t>• e</a:t>
            </a:r>
          </a:p>
          <a:p>
            <a:pPr lvl="1"/>
            <a:r>
              <a:rPr sz="1200" b="0">
                <a:solidFill>
                  <a:srgbClr val="222222"/>
                </a:solidFill>
                <a:latin typeface="Calibri"/>
              </a:rPr>
              <a:t>• e</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l</a:t>
            </a:r>
          </a:p>
          <a:p>
            <a:pPr lvl="1"/>
            <a:r>
              <a:rPr sz="1200" b="0">
                <a:solidFill>
                  <a:srgbClr val="222222"/>
                </a:solidFill>
                <a:latin typeface="Calibri"/>
              </a:rPr>
              <a:t>• l</a:t>
            </a:r>
          </a:p>
          <a:p>
            <a:pPr lvl="1"/>
            <a:r>
              <a:rPr sz="1200" b="0">
                <a:solidFill>
                  <a:srgbClr val="222222"/>
                </a:solidFill>
                <a:latin typeface="Calibri"/>
              </a:rPr>
              <a:t>•  </a:t>
            </a:r>
          </a:p>
          <a:p>
            <a:pPr lvl="1"/>
            <a:r>
              <a:rPr sz="1200" b="0">
                <a:solidFill>
                  <a:srgbClr val="222222"/>
                </a:solidFill>
                <a:latin typeface="Calibri"/>
              </a:rPr>
              <a:t>• y</a:t>
            </a:r>
          </a:p>
          <a:p>
            <a:pPr lvl="1"/>
            <a:r>
              <a:rPr sz="1200" b="0">
                <a:solidFill>
                  <a:srgbClr val="222222"/>
                </a:solidFill>
                <a:latin typeface="Calibri"/>
              </a:rPr>
              <a:t>• o</a:t>
            </a:r>
          </a:p>
          <a:p>
            <a:pPr lvl="1"/>
            <a:r>
              <a:rPr sz="1200" b="0">
                <a:solidFill>
                  <a:srgbClr val="222222"/>
                </a:solidFill>
                <a:latin typeface="Calibri"/>
              </a:rPr>
              <a:t>• u</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c</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s</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4</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H</a:t>
            </a:r>
          </a:p>
          <a:p>
            <a:pPr lvl="1"/>
            <a:r>
              <a:rPr sz="1200" b="0">
                <a:solidFill>
                  <a:srgbClr val="222222"/>
                </a:solidFill>
                <a:latin typeface="Calibri"/>
              </a:rPr>
              <a:t>• P</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l</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e</a:t>
            </a:r>
          </a:p>
          <a:p>
            <a:pPr lvl="1"/>
            <a:r>
              <a:rPr sz="1200" b="0">
                <a:solidFill>
                  <a:srgbClr val="222222"/>
                </a:solidFill>
                <a:latin typeface="Calibri"/>
              </a:rPr>
              <a:t>• B</a:t>
            </a:r>
          </a:p>
          <a:p>
            <a:pPr lvl="1"/>
            <a:r>
              <a:rPr sz="1200" b="0">
                <a:solidFill>
                  <a:srgbClr val="222222"/>
                </a:solidFill>
                <a:latin typeface="Calibri"/>
              </a:rPr>
              <a:t>• o</a:t>
            </a:r>
          </a:p>
          <a:p>
            <a:pPr lvl="1"/>
            <a:r>
              <a:rPr sz="1200" b="0">
                <a:solidFill>
                  <a:srgbClr val="222222"/>
                </a:solidFill>
                <a:latin typeface="Calibri"/>
              </a:rPr>
              <a:t>• o</a:t>
            </a:r>
          </a:p>
          <a:p>
            <a:pPr lvl="1"/>
            <a:r>
              <a:rPr sz="1200" b="0">
                <a:solidFill>
                  <a:srgbClr val="222222"/>
                </a:solidFill>
                <a:latin typeface="Calibri"/>
              </a:rPr>
              <a:t>• k</a:t>
            </a:r>
          </a:p>
          <a:p>
            <a:pPr lvl="1"/>
            <a:r>
              <a:rPr sz="1200" b="0">
                <a:solidFill>
                  <a:srgbClr val="222222"/>
                </a:solidFill>
                <a:latin typeface="Calibri"/>
              </a:rPr>
              <a:t>•  </a:t>
            </a:r>
          </a:p>
          <a:p>
            <a:pPr lvl="1"/>
            <a:r>
              <a:rPr sz="1200" b="0">
                <a:solidFill>
                  <a:srgbClr val="222222"/>
                </a:solidFill>
                <a:latin typeface="Calibri"/>
              </a:rPr>
              <a:t>• 8</a:t>
            </a:r>
          </a:p>
          <a:p>
            <a:pPr lvl="1"/>
            <a:r>
              <a:rPr sz="1200" b="0">
                <a:solidFill>
                  <a:srgbClr val="222222"/>
                </a:solidFill>
                <a:latin typeface="Calibri"/>
              </a:rPr>
              <a:t>• 5</a:t>
            </a:r>
          </a:p>
          <a:p>
            <a:pPr lvl="1"/>
            <a:r>
              <a:rPr sz="1200" b="0">
                <a:solidFill>
                  <a:srgbClr val="222222"/>
                </a:solidFill>
                <a:latin typeface="Calibri"/>
              </a:rPr>
              <a:t>• 0</a:t>
            </a:r>
          </a:p>
          <a:p>
            <a:pPr lvl="1"/>
            <a:r>
              <a:rPr sz="1200" b="0">
                <a:solidFill>
                  <a:srgbClr val="222222"/>
                </a:solidFill>
                <a:latin typeface="Calibri"/>
              </a:rPr>
              <a:t>•  </a:t>
            </a:r>
          </a:p>
          <a:p>
            <a:pPr lvl="1"/>
            <a:r>
              <a:rPr sz="1200" b="0">
                <a:solidFill>
                  <a:srgbClr val="222222"/>
                </a:solidFill>
                <a:latin typeface="Calibri"/>
              </a:rPr>
              <a:t>• G</a:t>
            </a:r>
          </a:p>
          <a:p>
            <a:pPr lvl="1"/>
            <a:r>
              <a:rPr sz="1200" b="0">
                <a:solidFill>
                  <a:srgbClr val="222222"/>
                </a:solidFill>
                <a:latin typeface="Calibri"/>
              </a:rPr>
              <a:t>• 1</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L</a:t>
            </a:r>
          </a:p>
          <a:p>
            <a:pPr lvl="1"/>
            <a:r>
              <a:rPr sz="1200" b="0">
                <a:solidFill>
                  <a:srgbClr val="222222"/>
                </a:solidFill>
                <a:latin typeface="Calibri"/>
              </a:rPr>
              <a:t>• a</a:t>
            </a:r>
          </a:p>
          <a:p>
            <a:pPr lvl="1"/>
            <a:r>
              <a:rPr sz="1200" b="0">
                <a:solidFill>
                  <a:srgbClr val="222222"/>
                </a:solidFill>
                <a:latin typeface="Calibri"/>
              </a:rPr>
              <a:t>• r</a:t>
            </a:r>
          </a:p>
          <a:p>
            <a:pPr lvl="1"/>
            <a:r>
              <a:rPr sz="1200" b="0">
                <a:solidFill>
                  <a:srgbClr val="222222"/>
                </a:solidFill>
                <a:latin typeface="Calibri"/>
              </a:rPr>
              <a:t>• g</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D</a:t>
            </a:r>
          </a:p>
          <a:p>
            <a:pPr lvl="1"/>
            <a:r>
              <a:rPr sz="1200" b="0">
                <a:solidFill>
                  <a:srgbClr val="222222"/>
                </a:solidFill>
                <a:latin typeface="Calibri"/>
              </a:rPr>
              <a:t>• i</a:t>
            </a:r>
          </a:p>
          <a:p>
            <a:pPr lvl="1"/>
            <a:r>
              <a:rPr sz="1200" b="0">
                <a:solidFill>
                  <a:srgbClr val="222222"/>
                </a:solidFill>
                <a:latin typeface="Calibri"/>
              </a:rPr>
              <a:t>• s</a:t>
            </a:r>
          </a:p>
          <a:p>
            <a:pPr lvl="1"/>
            <a:r>
              <a:rPr sz="1200" b="0">
                <a:solidFill>
                  <a:srgbClr val="222222"/>
                </a:solidFill>
                <a:latin typeface="Calibri"/>
              </a:rPr>
              <a:t>• p</a:t>
            </a:r>
          </a:p>
          <a:p>
            <a:pPr lvl="1"/>
            <a:r>
              <a:rPr sz="1200" b="0">
                <a:solidFill>
                  <a:srgbClr val="222222"/>
                </a:solidFill>
                <a:latin typeface="Calibri"/>
              </a:rPr>
              <a:t>• l</a:t>
            </a:r>
          </a:p>
          <a:p>
            <a:pPr lvl="1"/>
            <a:r>
              <a:rPr sz="1200" b="0">
                <a:solidFill>
                  <a:srgbClr val="222222"/>
                </a:solidFill>
                <a:latin typeface="Calibri"/>
              </a:rPr>
              <a:t>• a</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f</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B</a:t>
            </a:r>
          </a:p>
          <a:p>
            <a:pPr lvl="1"/>
            <a:r>
              <a:rPr sz="1200" b="0">
                <a:solidFill>
                  <a:srgbClr val="222222"/>
                </a:solidFill>
                <a:latin typeface="Calibri"/>
              </a:rPr>
              <a:t>• e</a:t>
            </a:r>
          </a:p>
          <a:p>
            <a:pPr lvl="1"/>
            <a:r>
              <a:rPr sz="1200" b="0">
                <a:solidFill>
                  <a:srgbClr val="222222"/>
                </a:solidFill>
                <a:latin typeface="Calibri"/>
              </a:rPr>
              <a:t>• t</a:t>
            </a:r>
          </a:p>
          <a:p>
            <a:pPr lvl="1"/>
            <a:r>
              <a:rPr sz="1200" b="0">
                <a:solidFill>
                  <a:srgbClr val="222222"/>
                </a:solidFill>
                <a:latin typeface="Calibri"/>
              </a:rPr>
              <a:t>• t</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a:t>
            </a:r>
          </a:p>
          <a:p>
            <a:pPr lvl="1"/>
            <a:r>
              <a:rPr sz="1200" b="0">
                <a:solidFill>
                  <a:srgbClr val="222222"/>
                </a:solidFill>
                <a:latin typeface="Calibri"/>
              </a:rPr>
              <a:t>• g</a:t>
            </a:r>
          </a:p>
          <a:p>
            <a:pPr lvl="1"/>
            <a:r>
              <a:rPr sz="1200" b="0">
                <a:solidFill>
                  <a:srgbClr val="222222"/>
                </a:solidFill>
                <a:latin typeface="Calibri"/>
              </a:rPr>
              <a:t>• e</a:t>
            </a:r>
          </a:p>
          <a:p>
            <a:pPr lvl="1"/>
            <a:r>
              <a:rPr sz="1200" b="0">
                <a:solidFill>
                  <a:srgbClr val="222222"/>
                </a:solidFill>
                <a:latin typeface="Calibri"/>
              </a:rPr>
              <a:t>• m</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t</a:t>
            </a:r>
          </a:p>
          <a:p>
            <a:pPr lvl="1"/>
            <a:r>
              <a:rPr sz="1200" b="0">
                <a:solidFill>
                  <a:srgbClr val="222222"/>
                </a:solidFill>
                <a:latin typeface="Calibri"/>
              </a:rPr>
              <a:t>• u</a:t>
            </a:r>
          </a:p>
          <a:p>
            <a:pPr lvl="1"/>
            <a:r>
              <a:rPr sz="1200" b="0">
                <a:solidFill>
                  <a:srgbClr val="222222"/>
                </a:solidFill>
                <a:latin typeface="Calibri"/>
              </a:rPr>
              <a:t>• n</a:t>
            </a:r>
          </a:p>
          <a:p>
            <a:pPr lvl="1"/>
            <a:r>
              <a:rPr sz="1200" b="0">
                <a:solidFill>
                  <a:srgbClr val="222222"/>
                </a:solidFill>
                <a:latin typeface="Calibri"/>
              </a:rPr>
              <a:t>• n</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1</a:t>
            </a:r>
          </a:p>
          <a:p>
            <a:pPr lvl="1"/>
            <a:r>
              <a:rPr sz="1200" b="0">
                <a:solidFill>
                  <a:srgbClr val="222222"/>
                </a:solidFill>
                <a:latin typeface="Calibri"/>
              </a:rPr>
              <a:t>• 5</a:t>
            </a:r>
          </a:p>
          <a:p>
            <a:pPr lvl="1"/>
            <a:r>
              <a:rPr sz="1200" b="0">
                <a:solidFill>
                  <a:srgbClr val="222222"/>
                </a:solidFill>
                <a:latin typeface="Calibri"/>
              </a:rPr>
              <a:t>• .</a:t>
            </a:r>
          </a:p>
          <a:p>
            <a:pPr lvl="1"/>
            <a:r>
              <a:rPr sz="1200" b="0">
                <a:solidFill>
                  <a:srgbClr val="222222"/>
                </a:solidFill>
                <a:latin typeface="Calibri"/>
              </a:rPr>
              <a:t>• 6</a:t>
            </a:r>
          </a:p>
          <a:p>
            <a:pPr lvl="1"/>
            <a:r>
              <a:rPr sz="1200" b="0">
                <a:solidFill>
                  <a:srgbClr val="222222"/>
                </a:solidFill>
                <a:latin typeface="Calibri"/>
              </a:rPr>
              <a:t>• -</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c</a:t>
            </a:r>
          </a:p>
          <a:p>
            <a:pPr lvl="1"/>
            <a:r>
              <a:rPr sz="1200" b="0">
                <a:solidFill>
                  <a:srgbClr val="222222"/>
                </a:solidFill>
                <a:latin typeface="Calibri"/>
              </a:rPr>
              <a:t>• h</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c</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v</a:t>
            </a:r>
          </a:p>
          <a:p>
            <a:pPr lvl="1"/>
            <a:r>
              <a:rPr sz="1200" b="0">
                <a:solidFill>
                  <a:srgbClr val="222222"/>
                </a:solidFill>
                <a:latin typeface="Calibri"/>
              </a:rPr>
              <a:t>• i</a:t>
            </a:r>
          </a:p>
          <a:p>
            <a:pPr lvl="1"/>
            <a:r>
              <a:rPr sz="1200" b="0">
                <a:solidFill>
                  <a:srgbClr val="222222"/>
                </a:solidFill>
                <a:latin typeface="Calibri"/>
              </a:rPr>
              <a:t>• d</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a:t>
            </a:r>
          </a:p>
          <a:p>
            <a:pPr lvl="1"/>
            <a:r>
              <a:rPr sz="1200" b="0">
                <a:solidFill>
                  <a:srgbClr val="222222"/>
                </a:solidFill>
                <a:latin typeface="Calibri"/>
              </a:rPr>
              <a:t>• i</a:t>
            </a:r>
          </a:p>
          <a:p>
            <a:pPr lvl="1"/>
            <a:r>
              <a:rPr sz="1200" b="0">
                <a:solidFill>
                  <a:srgbClr val="222222"/>
                </a:solidFill>
                <a:latin typeface="Calibri"/>
              </a:rPr>
              <a:t>• m</a:t>
            </a:r>
          </a:p>
          <a:p>
            <a:pPr lvl="1"/>
            <a:r>
              <a:rPr sz="1200" b="0">
                <a:solidFill>
                  <a:srgbClr val="222222"/>
                </a:solidFill>
                <a:latin typeface="Calibri"/>
              </a:rPr>
              <a:t>• p</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s</a:t>
            </a:r>
          </a:p>
          <a:p>
            <a:pPr lvl="1"/>
            <a:r>
              <a:rPr sz="1200" b="0">
                <a:solidFill>
                  <a:srgbClr val="222222"/>
                </a:solidFill>
                <a:latin typeface="Calibri"/>
              </a:rPr>
              <a:t>• i</a:t>
            </a:r>
          </a:p>
          <a:p>
            <a:pPr lvl="1"/>
            <a:r>
              <a:rPr sz="1200" b="0">
                <a:solidFill>
                  <a:srgbClr val="222222"/>
                </a:solidFill>
                <a:latin typeface="Calibri"/>
              </a:rPr>
              <a:t>• v</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l</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f</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m</a:t>
            </a:r>
          </a:p>
          <a:p>
            <a:pPr lvl="1"/>
            <a:r>
              <a:rPr sz="1200" b="0">
                <a:solidFill>
                  <a:srgbClr val="222222"/>
                </a:solidFill>
                <a:latin typeface="Calibri"/>
              </a:rPr>
              <a:t>•  </a:t>
            </a:r>
          </a:p>
          <a:p>
            <a:pPr lvl="1"/>
            <a:r>
              <a:rPr sz="1200" b="0">
                <a:solidFill>
                  <a:srgbClr val="222222"/>
                </a:solidFill>
                <a:latin typeface="Calibri"/>
              </a:rPr>
              <a:t>• f</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t</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f</a:t>
            </a:r>
          </a:p>
          <a:p>
            <a:pPr lvl="1"/>
            <a:r>
              <a:rPr sz="1200" b="0">
                <a:solidFill>
                  <a:srgbClr val="222222"/>
                </a:solidFill>
                <a:latin typeface="Calibri"/>
              </a:rPr>
              <a:t>• e</a:t>
            </a:r>
          </a:p>
          <a:p>
            <a:pPr lvl="1"/>
            <a:r>
              <a:rPr sz="1200" b="0">
                <a:solidFill>
                  <a:srgbClr val="222222"/>
                </a:solidFill>
                <a:latin typeface="Calibri"/>
              </a:rPr>
              <a:t>• c</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f</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c</a:t>
            </a:r>
          </a:p>
          <a:p>
            <a:pPr lvl="1"/>
            <a:r>
              <a:rPr sz="1200" b="0">
                <a:solidFill>
                  <a:srgbClr val="222222"/>
                </a:solidFill>
                <a:latin typeface="Calibri"/>
              </a:rPr>
              <a:t>• l</a:t>
            </a:r>
          </a:p>
          <a:p>
            <a:pPr lvl="1"/>
            <a:r>
              <a:rPr sz="1200" b="0">
                <a:solidFill>
                  <a:srgbClr val="222222"/>
                </a:solidFill>
                <a:latin typeface="Calibri"/>
              </a:rPr>
              <a:t>• i</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m</a:t>
            </a:r>
          </a:p>
          <a:p>
            <a:pPr lvl="1"/>
            <a:r>
              <a:rPr sz="1200" b="0">
                <a:solidFill>
                  <a:srgbClr val="222222"/>
                </a:solidFill>
                <a:latin typeface="Calibri"/>
              </a:rPr>
              <a:t>• e</a:t>
            </a:r>
          </a:p>
          <a:p>
            <a:pPr lvl="1"/>
            <a:r>
              <a:rPr sz="1200" b="0">
                <a:solidFill>
                  <a:srgbClr val="222222"/>
                </a:solidFill>
                <a:latin typeface="Calibri"/>
              </a:rPr>
              <a:t>• e</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c</a:t>
            </a:r>
          </a:p>
          <a:p>
            <a:pPr lvl="1"/>
            <a:r>
              <a:rPr sz="1200" b="0">
                <a:solidFill>
                  <a:srgbClr val="222222"/>
                </a:solidFill>
                <a:latin typeface="Calibri"/>
              </a:rPr>
              <a:t>• o</a:t>
            </a:r>
          </a:p>
          <a:p>
            <a:pPr lvl="1"/>
            <a:r>
              <a:rPr sz="1200" b="0">
                <a:solidFill>
                  <a:srgbClr val="222222"/>
                </a:solidFill>
                <a:latin typeface="Calibri"/>
              </a:rPr>
              <a:t>• l</a:t>
            </a:r>
          </a:p>
          <a:p>
            <a:pPr lvl="1"/>
            <a:r>
              <a:rPr sz="1200" b="0">
                <a:solidFill>
                  <a:srgbClr val="222222"/>
                </a:solidFill>
                <a:latin typeface="Calibri"/>
              </a:rPr>
              <a:t>• l</a:t>
            </a:r>
          </a:p>
          <a:p>
            <a:pPr lvl="1"/>
            <a:r>
              <a:rPr sz="1200" b="0">
                <a:solidFill>
                  <a:srgbClr val="222222"/>
                </a:solidFill>
                <a:latin typeface="Calibri"/>
              </a:rPr>
              <a:t>• a</a:t>
            </a:r>
          </a:p>
          <a:p>
            <a:pPr lvl="1"/>
            <a:r>
              <a:rPr sz="1200" b="0">
                <a:solidFill>
                  <a:srgbClr val="222222"/>
                </a:solidFill>
                <a:latin typeface="Calibri"/>
              </a:rPr>
              <a:t>• b</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v</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w</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k</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s</a:t>
            </a:r>
          </a:p>
          <a:p>
            <a:pPr lvl="1"/>
            <a:r>
              <a:rPr sz="1200" b="0">
                <a:solidFill>
                  <a:srgbClr val="222222"/>
                </a:solidFill>
                <a:latin typeface="Calibri"/>
              </a:rPr>
              <a:t>• i</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L</a:t>
            </a:r>
          </a:p>
          <a:p>
            <a:pPr lvl="1"/>
            <a:r>
              <a:rPr sz="1200" b="0">
                <a:solidFill>
                  <a:srgbClr val="222222"/>
                </a:solidFill>
                <a:latin typeface="Calibri"/>
              </a:rPr>
              <a:t>• i</a:t>
            </a:r>
          </a:p>
          <a:p>
            <a:pPr lvl="1"/>
            <a:r>
              <a:rPr sz="1200" b="0">
                <a:solidFill>
                  <a:srgbClr val="222222"/>
                </a:solidFill>
                <a:latin typeface="Calibri"/>
              </a:rPr>
              <a:t>• g</a:t>
            </a:r>
          </a:p>
          <a:p>
            <a:pPr lvl="1"/>
            <a:r>
              <a:rPr sz="1200" b="0">
                <a:solidFill>
                  <a:srgbClr val="222222"/>
                </a:solidFill>
                <a:latin typeface="Calibri"/>
              </a:rPr>
              <a:t>• h</a:t>
            </a:r>
          </a:p>
          <a:p>
            <a:pPr lvl="1"/>
            <a:r>
              <a:rPr sz="1200" b="0">
                <a:solidFill>
                  <a:srgbClr val="222222"/>
                </a:solidFill>
                <a:latin typeface="Calibri"/>
              </a:rPr>
              <a:t>• t</a:t>
            </a:r>
          </a:p>
          <a:p>
            <a:pPr lvl="1"/>
            <a:r>
              <a:rPr sz="1200" b="0">
                <a:solidFill>
                  <a:srgbClr val="222222"/>
                </a:solidFill>
                <a:latin typeface="Calibri"/>
              </a:rPr>
              <a:t>• w</a:t>
            </a:r>
          </a:p>
          <a:p>
            <a:pPr lvl="1"/>
            <a:r>
              <a:rPr sz="1200" b="0">
                <a:solidFill>
                  <a:srgbClr val="222222"/>
                </a:solidFill>
                <a:latin typeface="Calibri"/>
              </a:rPr>
              <a:t>• e</a:t>
            </a:r>
          </a:p>
          <a:p>
            <a:pPr lvl="1"/>
            <a:r>
              <a:rPr sz="1200" b="0">
                <a:solidFill>
                  <a:srgbClr val="222222"/>
                </a:solidFill>
                <a:latin typeface="Calibri"/>
              </a:rPr>
              <a:t>• i</a:t>
            </a:r>
          </a:p>
          <a:p>
            <a:pPr lvl="1"/>
            <a:r>
              <a:rPr sz="1200" b="0">
                <a:solidFill>
                  <a:srgbClr val="222222"/>
                </a:solidFill>
                <a:latin typeface="Calibri"/>
              </a:rPr>
              <a:t>• g</a:t>
            </a:r>
          </a:p>
          <a:p>
            <a:pPr lvl="1"/>
            <a:r>
              <a:rPr sz="1200" b="0">
                <a:solidFill>
                  <a:srgbClr val="222222"/>
                </a:solidFill>
                <a:latin typeface="Calibri"/>
              </a:rPr>
              <a:t>• h</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Y</a:t>
            </a:r>
          </a:p>
          <a:p>
            <a:pPr lvl="1"/>
            <a:r>
              <a:rPr sz="1200" b="0">
                <a:solidFill>
                  <a:srgbClr val="222222"/>
                </a:solidFill>
                <a:latin typeface="Calibri"/>
              </a:rPr>
              <a:t>• e</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o</a:t>
            </a:r>
          </a:p>
          <a:p>
            <a:pPr lvl="1"/>
            <a:r>
              <a:rPr sz="1200" b="0">
                <a:solidFill>
                  <a:srgbClr val="222222"/>
                </a:solidFill>
                <a:latin typeface="Calibri"/>
              </a:rPr>
              <a:t>• w</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f</a:t>
            </a:r>
          </a:p>
          <a:p>
            <a:pPr lvl="1"/>
            <a:r>
              <a:rPr sz="1200" b="0">
                <a:solidFill>
                  <a:srgbClr val="222222"/>
                </a:solidFill>
                <a:latin typeface="Calibri"/>
              </a:rPr>
              <a:t>• u</a:t>
            </a:r>
          </a:p>
          <a:p>
            <a:pPr lvl="1"/>
            <a:r>
              <a:rPr sz="1200" b="0">
                <a:solidFill>
                  <a:srgbClr val="222222"/>
                </a:solidFill>
                <a:latin typeface="Calibri"/>
              </a:rPr>
              <a:t>• l</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j</a:t>
            </a:r>
          </a:p>
          <a:p>
            <a:pPr lvl="1"/>
            <a:r>
              <a:rPr sz="1200" b="0">
                <a:solidFill>
                  <a:srgbClr val="222222"/>
                </a:solidFill>
                <a:latin typeface="Calibri"/>
              </a:rPr>
              <a:t>• u</a:t>
            </a:r>
          </a:p>
          <a:p>
            <a:pPr lvl="1"/>
            <a:r>
              <a:rPr sz="1200" b="0">
                <a:solidFill>
                  <a:srgbClr val="222222"/>
                </a:solidFill>
                <a:latin typeface="Calibri"/>
              </a:rPr>
              <a:t>• s</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1</a:t>
            </a:r>
          </a:p>
          <a:p>
            <a:pPr lvl="1"/>
            <a:r>
              <a:rPr sz="1200" b="0">
                <a:solidFill>
                  <a:srgbClr val="222222"/>
                </a:solidFill>
                <a:latin typeface="Calibri"/>
              </a:rPr>
              <a:t>• .</a:t>
            </a:r>
          </a:p>
          <a:p>
            <a:pPr lvl="1"/>
            <a:r>
              <a:rPr sz="1200" b="0">
                <a:solidFill>
                  <a:srgbClr val="222222"/>
                </a:solidFill>
                <a:latin typeface="Calibri"/>
              </a:rPr>
              <a:t>• 8</a:t>
            </a:r>
          </a:p>
          <a:p>
            <a:pPr lvl="1"/>
            <a:r>
              <a:rPr sz="1200" b="0">
                <a:solidFill>
                  <a:srgbClr val="222222"/>
                </a:solidFill>
                <a:latin typeface="Calibri"/>
              </a:rPr>
              <a:t>• 8</a:t>
            </a:r>
          </a:p>
          <a:p>
            <a:pPr lvl="1"/>
            <a:r>
              <a:rPr sz="1200" b="0">
                <a:solidFill>
                  <a:srgbClr val="222222"/>
                </a:solidFill>
                <a:latin typeface="Calibri"/>
              </a:rPr>
              <a:t>•  </a:t>
            </a:r>
          </a:p>
          <a:p>
            <a:pPr lvl="1"/>
            <a:r>
              <a:rPr sz="1200" b="0">
                <a:solidFill>
                  <a:srgbClr val="222222"/>
                </a:solidFill>
                <a:latin typeface="Calibri"/>
              </a:rPr>
              <a:t>• k</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m</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g</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t</a:t>
            </a:r>
          </a:p>
          <a:p>
            <a:pPr lvl="1"/>
            <a:r>
              <a:rPr sz="1200" b="0">
                <a:solidFill>
                  <a:srgbClr val="222222"/>
                </a:solidFill>
                <a:latin typeface="Calibri"/>
              </a:rPr>
              <a:t>• a</a:t>
            </a:r>
          </a:p>
          <a:p>
            <a:pPr lvl="1"/>
            <a:r>
              <a:rPr sz="1200" b="0">
                <a:solidFill>
                  <a:srgbClr val="222222"/>
                </a:solidFill>
                <a:latin typeface="Calibri"/>
              </a:rPr>
              <a:t>• b</a:t>
            </a:r>
          </a:p>
          <a:p>
            <a:pPr lvl="1"/>
            <a:r>
              <a:rPr sz="1200" b="0">
                <a:solidFill>
                  <a:srgbClr val="222222"/>
                </a:solidFill>
                <a:latin typeface="Calibri"/>
              </a:rPr>
              <a:t>• i</a:t>
            </a:r>
          </a:p>
          <a:p>
            <a:pPr lvl="1"/>
            <a:r>
              <a:rPr sz="1200" b="0">
                <a:solidFill>
                  <a:srgbClr val="222222"/>
                </a:solidFill>
                <a:latin typeface="Calibri"/>
              </a:rPr>
              <a:t>• l</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w</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f</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m</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c</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m</a:t>
            </a:r>
          </a:p>
          <a:p>
            <a:pPr lvl="1"/>
            <a:r>
              <a:rPr sz="1200" b="0">
                <a:solidFill>
                  <a:srgbClr val="222222"/>
                </a:solidFill>
                <a:latin typeface="Calibri"/>
              </a:rPr>
              <a:t>• a</a:t>
            </a:r>
          </a:p>
          <a:p>
            <a:pPr lvl="1"/>
            <a:r>
              <a:rPr sz="1200" b="0">
                <a:solidFill>
                  <a:srgbClr val="222222"/>
                </a:solidFill>
                <a:latin typeface="Calibri"/>
              </a:rPr>
              <a:t>• k</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a</a:t>
            </a:r>
          </a:p>
          <a:p>
            <a:pPr lvl="1"/>
            <a:r>
              <a:rPr sz="1200" b="0">
                <a:solidFill>
                  <a:srgbClr val="222222"/>
                </a:solidFill>
                <a:latin typeface="Calibri"/>
              </a:rPr>
              <a:t>• s</a:t>
            </a:r>
          </a:p>
          <a:p>
            <a:pPr lvl="1"/>
            <a:r>
              <a:rPr sz="1200" b="0">
                <a:solidFill>
                  <a:srgbClr val="222222"/>
                </a:solidFill>
                <a:latin typeface="Calibri"/>
              </a:rPr>
              <a:t>• i</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o</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r</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s</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a:t>
            </a:r>
          </a:p>
          <a:p>
            <a:pPr lvl="1"/>
            <a:r>
              <a:rPr sz="1200" b="0">
                <a:solidFill>
                  <a:srgbClr val="222222"/>
                </a:solidFill>
                <a:latin typeface="Calibri"/>
              </a:rPr>
              <a:t>• b</a:t>
            </a:r>
          </a:p>
          <a:p>
            <a:pPr lvl="1"/>
            <a:r>
              <a:rPr sz="1200" b="0">
                <a:solidFill>
                  <a:srgbClr val="222222"/>
                </a:solidFill>
                <a:latin typeface="Calibri"/>
              </a:rPr>
              <a:t>• e</a:t>
            </a:r>
          </a:p>
          <a:p>
            <a:pPr lvl="1"/>
            <a:r>
              <a:rPr sz="1200" b="0">
                <a:solidFill>
                  <a:srgbClr val="222222"/>
                </a:solidFill>
                <a:latin typeface="Calibri"/>
              </a:rPr>
              <a:t>• t</a:t>
            </a:r>
          </a:p>
          <a:p>
            <a:pPr lvl="1"/>
            <a:r>
              <a:rPr sz="1200" b="0">
                <a:solidFill>
                  <a:srgbClr val="222222"/>
                </a:solidFill>
                <a:latin typeface="Calibri"/>
              </a:rPr>
              <a:t>• w</a:t>
            </a:r>
          </a:p>
          <a:p>
            <a:pPr lvl="1"/>
            <a:r>
              <a:rPr sz="1200" b="0">
                <a:solidFill>
                  <a:srgbClr val="222222"/>
                </a:solidFill>
                <a:latin typeface="Calibri"/>
              </a:rPr>
              <a:t>• e</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a:t>
            </a:r>
          </a:p>
          <a:p>
            <a:pPr lvl="1"/>
            <a:r>
              <a:rPr sz="1200" b="0">
                <a:solidFill>
                  <a:srgbClr val="222222"/>
                </a:solidFill>
                <a:latin typeface="Calibri"/>
              </a:rPr>
              <a:t>• w</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k</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r</a:t>
            </a:r>
          </a:p>
          <a:p>
            <a:pPr lvl="1"/>
            <a:r>
              <a:rPr sz="1200" b="0">
                <a:solidFill>
                  <a:srgbClr val="222222"/>
                </a:solidFill>
                <a:latin typeface="Calibri"/>
              </a:rPr>
              <a:t>• a</a:t>
            </a:r>
          </a:p>
          <a:p>
            <a:pPr lvl="1"/>
            <a:r>
              <a:rPr sz="1200" b="0">
                <a:solidFill>
                  <a:srgbClr val="222222"/>
                </a:solidFill>
                <a:latin typeface="Calibri"/>
              </a:rPr>
              <a:t>• v</a:t>
            </a:r>
          </a:p>
          <a:p>
            <a:pPr lvl="1"/>
            <a:r>
              <a:rPr sz="1200" b="0">
                <a:solidFill>
                  <a:srgbClr val="222222"/>
                </a:solidFill>
                <a:latin typeface="Calibri"/>
              </a:rPr>
              <a:t>• e</a:t>
            </a:r>
          </a:p>
          <a:p>
            <a:pPr lvl="1"/>
            <a:r>
              <a:rPr sz="1200" b="0">
                <a:solidFill>
                  <a:srgbClr val="222222"/>
                </a:solidFill>
                <a:latin typeface="Calibri"/>
              </a:rPr>
              <a:t>• l</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V</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s</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l</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t</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p</a:t>
            </a:r>
          </a:p>
          <a:p>
            <a:pPr lvl="1"/>
            <a:r>
              <a:rPr sz="1200" b="0">
                <a:solidFill>
                  <a:srgbClr val="222222"/>
                </a:solidFill>
                <a:latin typeface="Calibri"/>
              </a:rPr>
              <a:t>• r</a:t>
            </a:r>
          </a:p>
          <a:p>
            <a:pPr lvl="1"/>
            <a:r>
              <a:rPr sz="1200" b="0">
                <a:solidFill>
                  <a:srgbClr val="222222"/>
                </a:solidFill>
                <a:latin typeface="Calibri"/>
              </a:rPr>
              <a:t>• i</a:t>
            </a:r>
          </a:p>
          <a:p>
            <a:pPr lvl="1"/>
            <a:r>
              <a:rPr sz="1200" b="0">
                <a:solidFill>
                  <a:srgbClr val="222222"/>
                </a:solidFill>
                <a:latin typeface="Calibri"/>
              </a:rPr>
              <a:t>• s</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o</a:t>
            </a:r>
          </a:p>
          <a:p>
            <a:pPr lvl="1"/>
            <a:r>
              <a:rPr sz="1200" b="0">
                <a:solidFill>
                  <a:srgbClr val="222222"/>
                </a:solidFill>
                <a:latin typeface="Calibri"/>
              </a:rPr>
              <a:t>• l</a:t>
            </a:r>
          </a:p>
          <a:p>
            <a:pPr lvl="1"/>
            <a:r>
              <a:rPr sz="1200" b="0">
                <a:solidFill>
                  <a:srgbClr val="222222"/>
                </a:solidFill>
                <a:latin typeface="Calibri"/>
              </a:rPr>
              <a:t>• u</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W</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d</a:t>
            </a:r>
          </a:p>
          <a:p>
            <a:pPr lvl="1"/>
            <a:r>
              <a:rPr sz="1200" b="0">
                <a:solidFill>
                  <a:srgbClr val="222222"/>
                </a:solidFill>
                <a:latin typeface="Calibri"/>
              </a:rPr>
              <a:t>• v</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c</a:t>
            </a:r>
          </a:p>
          <a:p>
            <a:pPr lvl="1"/>
            <a:r>
              <a:rPr sz="1200" b="0">
                <a:solidFill>
                  <a:srgbClr val="222222"/>
                </a:solidFill>
                <a:latin typeface="Calibri"/>
              </a:rPr>
              <a:t>• e</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t</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p</a:t>
            </a:r>
          </a:p>
          <a:p>
            <a:pPr lvl="1"/>
            <a:r>
              <a:rPr sz="1200" b="0">
                <a:solidFill>
                  <a:srgbClr val="222222"/>
                </a:solidFill>
                <a:latin typeface="Calibri"/>
              </a:rPr>
              <a:t>• r</a:t>
            </a:r>
          </a:p>
          <a:p>
            <a:pPr lvl="1"/>
            <a:r>
              <a:rPr sz="1200" b="0">
                <a:solidFill>
                  <a:srgbClr val="222222"/>
                </a:solidFill>
                <a:latin typeface="Calibri"/>
              </a:rPr>
              <a:t>• i</a:t>
            </a:r>
          </a:p>
          <a:p>
            <a:pPr lvl="1"/>
            <a:r>
              <a:rPr sz="1200" b="0">
                <a:solidFill>
                  <a:srgbClr val="222222"/>
                </a:solidFill>
                <a:latin typeface="Calibri"/>
              </a:rPr>
              <a:t>• s</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e</a:t>
            </a:r>
          </a:p>
          <a:p>
            <a:pPr lvl="1"/>
            <a:r>
              <a:rPr sz="1200" b="0">
                <a:solidFill>
                  <a:srgbClr val="222222"/>
                </a:solidFill>
                <a:latin typeface="Calibri"/>
              </a:rPr>
              <a:t>• c</a:t>
            </a:r>
          </a:p>
          <a:p>
            <a:pPr lvl="1"/>
            <a:r>
              <a:rPr sz="1200" b="0">
                <a:solidFill>
                  <a:srgbClr val="222222"/>
                </a:solidFill>
                <a:latin typeface="Calibri"/>
              </a:rPr>
              <a:t>• h</a:t>
            </a:r>
          </a:p>
          <a:p>
            <a:pPr lvl="1"/>
            <a:r>
              <a:rPr sz="1200" b="0">
                <a:solidFill>
                  <a:srgbClr val="222222"/>
                </a:solidFill>
                <a:latin typeface="Calibri"/>
              </a:rPr>
              <a:t>• n</a:t>
            </a:r>
          </a:p>
          <a:p>
            <a:pPr lvl="1"/>
            <a:r>
              <a:rPr sz="1200" b="0">
                <a:solidFill>
                  <a:srgbClr val="222222"/>
                </a:solidFill>
                <a:latin typeface="Calibri"/>
              </a:rPr>
              <a:t>• o</a:t>
            </a:r>
          </a:p>
          <a:p>
            <a:pPr lvl="1"/>
            <a:r>
              <a:rPr sz="1200" b="0">
                <a:solidFill>
                  <a:srgbClr val="222222"/>
                </a:solidFill>
                <a:latin typeface="Calibri"/>
              </a:rPr>
              <a:t>• l</a:t>
            </a:r>
          </a:p>
          <a:p>
            <a:pPr lvl="1"/>
            <a:r>
              <a:rPr sz="1200" b="0">
                <a:solidFill>
                  <a:srgbClr val="222222"/>
                </a:solidFill>
                <a:latin typeface="Calibri"/>
              </a:rPr>
              <a:t>• o</a:t>
            </a:r>
          </a:p>
          <a:p>
            <a:pPr lvl="1"/>
            <a:r>
              <a:rPr sz="1200" b="0">
                <a:solidFill>
                  <a:srgbClr val="222222"/>
                </a:solidFill>
                <a:latin typeface="Calibri"/>
              </a:rPr>
              <a:t>• g</a:t>
            </a:r>
          </a:p>
          <a:p>
            <a:pPr lvl="1"/>
            <a:r>
              <a:rPr sz="1200" b="0">
                <a:solidFill>
                  <a:srgbClr val="222222"/>
                </a:solidFill>
                <a:latin typeface="Calibri"/>
              </a:rPr>
              <a:t>• i</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i</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n</a:t>
            </a:r>
          </a:p>
          <a:p>
            <a:pPr lvl="1"/>
            <a:r>
              <a:rPr sz="1200" b="0">
                <a:solidFill>
                  <a:srgbClr val="222222"/>
                </a:solidFill>
                <a:latin typeface="Calibri"/>
              </a:rPr>
              <a:t>• o</a:t>
            </a:r>
          </a:p>
          <a:p>
            <a:pPr lvl="1"/>
            <a:r>
              <a:rPr sz="1200" b="0">
                <a:solidFill>
                  <a:srgbClr val="222222"/>
                </a:solidFill>
                <a:latin typeface="Calibri"/>
              </a:rPr>
              <a:t>• t</a:t>
            </a:r>
          </a:p>
          <a:p>
            <a:pPr lvl="1"/>
            <a:r>
              <a:rPr sz="1200" b="0">
                <a:solidFill>
                  <a:srgbClr val="222222"/>
                </a:solidFill>
                <a:latin typeface="Calibri"/>
              </a:rPr>
              <a:t>• e</a:t>
            </a:r>
          </a:p>
          <a:p>
            <a:pPr lvl="1"/>
            <a:r>
              <a:rPr sz="1200" b="0">
                <a:solidFill>
                  <a:srgbClr val="222222"/>
                </a:solidFill>
                <a:latin typeface="Calibri"/>
              </a:rPr>
              <a:t>• b</a:t>
            </a:r>
          </a:p>
          <a:p>
            <a:pPr lvl="1"/>
            <a:r>
              <a:rPr sz="1200" b="0">
                <a:solidFill>
                  <a:srgbClr val="222222"/>
                </a:solidFill>
                <a:latin typeface="Calibri"/>
              </a:rPr>
              <a:t>• o</a:t>
            </a:r>
          </a:p>
          <a:p>
            <a:pPr lvl="1"/>
            <a:r>
              <a:rPr sz="1200" b="0">
                <a:solidFill>
                  <a:srgbClr val="222222"/>
                </a:solidFill>
                <a:latin typeface="Calibri"/>
              </a:rPr>
              <a:t>• o</a:t>
            </a:r>
          </a:p>
          <a:p>
            <a:pPr lvl="1"/>
            <a:r>
              <a:rPr sz="1200" b="0">
                <a:solidFill>
                  <a:srgbClr val="222222"/>
                </a:solidFill>
                <a:latin typeface="Calibri"/>
              </a:rPr>
              <a:t>• k</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u</a:t>
            </a:r>
          </a:p>
          <a:p>
            <a:pPr lvl="1"/>
            <a:r>
              <a:rPr sz="1200" b="0">
                <a:solidFill>
                  <a:srgbClr val="222222"/>
                </a:solidFill>
                <a:latin typeface="Calibri"/>
              </a:rPr>
              <a:t>• p</a:t>
            </a:r>
          </a:p>
          <a:p>
            <a:pPr lvl="1"/>
            <a:r>
              <a:rPr sz="1200" b="0">
                <a:solidFill>
                  <a:srgbClr val="222222"/>
                </a:solidFill>
                <a:latin typeface="Calibri"/>
              </a:rPr>
              <a:t>• p</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t</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a:t>
            </a:r>
          </a:p>
          <a:p>
            <a:pPr lvl="1"/>
            <a:r>
              <a:rPr sz="1200" b="0">
                <a:solidFill>
                  <a:srgbClr val="222222"/>
                </a:solidFill>
                <a:latin typeface="Calibri"/>
              </a:rPr>
              <a:t>• h</a:t>
            </a:r>
          </a:p>
          <a:p>
            <a:pPr lvl="1"/>
            <a:r>
              <a:rPr sz="1200" b="0">
                <a:solidFill>
                  <a:srgbClr val="222222"/>
                </a:solidFill>
                <a:latin typeface="Calibri"/>
              </a:rPr>
              <a:t>• i</a:t>
            </a:r>
          </a:p>
          <a:p>
            <a:pPr lvl="1"/>
            <a:r>
              <a:rPr sz="1200" b="0">
                <a:solidFill>
                  <a:srgbClr val="222222"/>
                </a:solidFill>
                <a:latin typeface="Calibri"/>
              </a:rPr>
              <a:t>• g</a:t>
            </a:r>
          </a:p>
          <a:p>
            <a:pPr lvl="1"/>
            <a:r>
              <a:rPr sz="1200" b="0">
                <a:solidFill>
                  <a:srgbClr val="222222"/>
                </a:solidFill>
                <a:latin typeface="Calibri"/>
              </a:rPr>
              <a:t>• h</a:t>
            </a:r>
          </a:p>
          <a:p>
            <a:pPr lvl="1"/>
            <a:r>
              <a:rPr sz="1200" b="0">
                <a:solidFill>
                  <a:srgbClr val="222222"/>
                </a:solidFill>
                <a:latin typeface="Calibri"/>
              </a:rPr>
              <a:t>•  </a:t>
            </a:r>
          </a:p>
          <a:p>
            <a:pPr lvl="1"/>
            <a:r>
              <a:rPr sz="1200" b="0">
                <a:solidFill>
                  <a:srgbClr val="222222"/>
                </a:solidFill>
                <a:latin typeface="Calibri"/>
              </a:rPr>
              <a:t>• l</a:t>
            </a:r>
          </a:p>
          <a:p>
            <a:pPr lvl="1"/>
            <a:r>
              <a:rPr sz="1200" b="0">
                <a:solidFill>
                  <a:srgbClr val="222222"/>
                </a:solidFill>
                <a:latin typeface="Calibri"/>
              </a:rPr>
              <a:t>• e</a:t>
            </a:r>
          </a:p>
          <a:p>
            <a:pPr lvl="1"/>
            <a:r>
              <a:rPr sz="1200" b="0">
                <a:solidFill>
                  <a:srgbClr val="222222"/>
                </a:solidFill>
                <a:latin typeface="Calibri"/>
              </a:rPr>
              <a:t>• v</a:t>
            </a:r>
          </a:p>
          <a:p>
            <a:pPr lvl="1"/>
            <a:r>
              <a:rPr sz="1200" b="0">
                <a:solidFill>
                  <a:srgbClr val="222222"/>
                </a:solidFill>
                <a:latin typeface="Calibri"/>
              </a:rPr>
              <a:t>• e</a:t>
            </a:r>
          </a:p>
          <a:p>
            <a:pPr lvl="1"/>
            <a:r>
              <a:rPr sz="1200" b="0">
                <a:solidFill>
                  <a:srgbClr val="222222"/>
                </a:solidFill>
                <a:latin typeface="Calibri"/>
              </a:rPr>
              <a:t>• l</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f</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d</a:t>
            </a:r>
          </a:p>
          <a:p>
            <a:pPr lvl="1"/>
            <a:r>
              <a:rPr sz="1200" b="0">
                <a:solidFill>
                  <a:srgbClr val="222222"/>
                </a:solidFill>
                <a:latin typeface="Calibri"/>
              </a:rPr>
              <a:t>• u</a:t>
            </a:r>
          </a:p>
          <a:p>
            <a:pPr lvl="1"/>
            <a:r>
              <a:rPr sz="1200" b="0">
                <a:solidFill>
                  <a:srgbClr val="222222"/>
                </a:solidFill>
                <a:latin typeface="Calibri"/>
              </a:rPr>
              <a:t>• c</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v</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w</a:t>
            </a:r>
          </a:p>
          <a:p>
            <a:pPr lvl="1"/>
            <a:r>
              <a:rPr sz="1200" b="0">
                <a:solidFill>
                  <a:srgbClr val="222222"/>
                </a:solidFill>
                <a:latin typeface="Calibri"/>
              </a:rPr>
              <a:t>• h</a:t>
            </a:r>
          </a:p>
          <a:p>
            <a:pPr lvl="1"/>
            <a:r>
              <a:rPr sz="1200" b="0">
                <a:solidFill>
                  <a:srgbClr val="222222"/>
                </a:solidFill>
                <a:latin typeface="Calibri"/>
              </a:rPr>
              <a:t>• e</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a:t>
            </a:r>
          </a:p>
          <a:p>
            <a:pPr lvl="1"/>
            <a:r>
              <a:rPr sz="1200" b="0">
                <a:solidFill>
                  <a:srgbClr val="222222"/>
                </a:solidFill>
                <a:latin typeface="Calibri"/>
              </a:rPr>
              <a:t>• d</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k</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m</a:t>
            </a:r>
          </a:p>
          <a:p>
            <a:pPr lvl="1"/>
            <a:r>
              <a:rPr sz="1200" b="0">
                <a:solidFill>
                  <a:srgbClr val="222222"/>
                </a:solidFill>
                <a:latin typeface="Calibri"/>
              </a:rPr>
              <a:t>• o</a:t>
            </a:r>
          </a:p>
          <a:p>
            <a:pPr lvl="1"/>
            <a:r>
              <a:rPr sz="1200" b="0">
                <a:solidFill>
                  <a:srgbClr val="222222"/>
                </a:solidFill>
                <a:latin typeface="Calibri"/>
              </a:rPr>
              <a:t>• v</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L</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l</a:t>
            </a:r>
          </a:p>
          <a:p>
            <a:pPr lvl="1"/>
            <a:r>
              <a:rPr sz="1200" b="0">
                <a:solidFill>
                  <a:srgbClr val="222222"/>
                </a:solidFill>
                <a:latin typeface="Calibri"/>
              </a:rPr>
              <a:t>• a</a:t>
            </a:r>
          </a:p>
          <a:p>
            <a:pPr lvl="1"/>
            <a:r>
              <a:rPr sz="1200" b="0">
                <a:solidFill>
                  <a:srgbClr val="222222"/>
                </a:solidFill>
                <a:latin typeface="Calibri"/>
              </a:rPr>
              <a:t>• s</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B</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t</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L</a:t>
            </a:r>
          </a:p>
          <a:p>
            <a:pPr lvl="1"/>
            <a:r>
              <a:rPr sz="1200" b="0">
                <a:solidFill>
                  <a:srgbClr val="222222"/>
                </a:solidFill>
                <a:latin typeface="Calibri"/>
              </a:rPr>
              <a:t>• i</a:t>
            </a:r>
          </a:p>
          <a:p>
            <a:pPr lvl="1"/>
            <a:r>
              <a:rPr sz="1200" b="0">
                <a:solidFill>
                  <a:srgbClr val="222222"/>
                </a:solidFill>
                <a:latin typeface="Calibri"/>
              </a:rPr>
              <a:t>• f</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j</a:t>
            </a:r>
          </a:p>
          <a:p>
            <a:pPr lvl="1"/>
            <a:r>
              <a:rPr sz="1200" b="0">
                <a:solidFill>
                  <a:srgbClr val="222222"/>
                </a:solidFill>
                <a:latin typeface="Calibri"/>
              </a:rPr>
              <a:t>• o</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x</a:t>
            </a:r>
          </a:p>
          <a:p>
            <a:pPr lvl="1"/>
            <a:r>
              <a:rPr sz="1200" b="0">
                <a:solidFill>
                  <a:srgbClr val="222222"/>
                </a:solidFill>
                <a:latin typeface="Calibri"/>
              </a:rPr>
              <a:t>• t</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d</a:t>
            </a:r>
          </a:p>
          <a:p>
            <a:pPr lvl="1"/>
            <a:r>
              <a:rPr sz="1200" b="0">
                <a:solidFill>
                  <a:srgbClr val="222222"/>
                </a:solidFill>
                <a:latin typeface="Calibri"/>
              </a:rPr>
              <a:t>• e</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d</a:t>
            </a:r>
          </a:p>
          <a:p>
            <a:pPr lvl="1"/>
            <a:r>
              <a:rPr sz="1200" b="0">
                <a:solidFill>
                  <a:srgbClr val="222222"/>
                </a:solidFill>
                <a:latin typeface="Calibri"/>
              </a:rPr>
              <a:t>• u</a:t>
            </a:r>
          </a:p>
          <a:p>
            <a:pPr lvl="1"/>
            <a:r>
              <a:rPr sz="1200" b="0">
                <a:solidFill>
                  <a:srgbClr val="222222"/>
                </a:solidFill>
                <a:latin typeface="Calibri"/>
              </a:rPr>
              <a:t>• c</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v</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w</a:t>
            </a:r>
          </a:p>
          <a:p>
            <a:pPr lvl="1"/>
            <a:r>
              <a:rPr sz="1200" b="0">
                <a:solidFill>
                  <a:srgbClr val="222222"/>
                </a:solidFill>
                <a:latin typeface="Calibri"/>
              </a:rPr>
              <a:t>• a</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f</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m</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u</a:t>
            </a:r>
          </a:p>
          <a:p>
            <a:pPr lvl="1"/>
            <a:r>
              <a:rPr sz="1200" b="0">
                <a:solidFill>
                  <a:srgbClr val="222222"/>
                </a:solidFill>
                <a:latin typeface="Calibri"/>
              </a:rPr>
              <a:t>• t</a:t>
            </a:r>
          </a:p>
          <a:p>
            <a:pPr lvl="1"/>
            <a:r>
              <a:rPr sz="1200" b="0">
                <a:solidFill>
                  <a:srgbClr val="222222"/>
                </a:solidFill>
                <a:latin typeface="Calibri"/>
              </a:rPr>
              <a:t>• l</a:t>
            </a:r>
          </a:p>
          <a:p>
            <a:pPr lvl="1"/>
            <a:r>
              <a:rPr sz="1200" b="0">
                <a:solidFill>
                  <a:srgbClr val="222222"/>
                </a:solidFill>
                <a:latin typeface="Calibri"/>
              </a:rPr>
              <a:t>• e</a:t>
            </a:r>
          </a:p>
          <a:p>
            <a:pPr lvl="1"/>
            <a:r>
              <a:rPr sz="1200" b="0">
                <a:solidFill>
                  <a:srgbClr val="222222"/>
                </a:solidFill>
                <a:latin typeface="Calibri"/>
              </a:rPr>
              <a:t>• t</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w</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a:t>
            </a:r>
          </a:p>
          <a:p>
            <a:pPr lvl="1"/>
            <a:r>
              <a:rPr sz="1200" b="0">
                <a:solidFill>
                  <a:srgbClr val="222222"/>
                </a:solidFill>
                <a:latin typeface="Calibri"/>
              </a:rPr>
              <a:t>• v</a:t>
            </a:r>
          </a:p>
          <a:p>
            <a:pPr lvl="1"/>
            <a:r>
              <a:rPr sz="1200" b="0">
                <a:solidFill>
                  <a:srgbClr val="222222"/>
                </a:solidFill>
                <a:latin typeface="Calibri"/>
              </a:rPr>
              <a:t>• a</a:t>
            </a:r>
          </a:p>
          <a:p>
            <a:pPr lvl="1"/>
            <a:r>
              <a:rPr sz="1200" b="0">
                <a:solidFill>
                  <a:srgbClr val="222222"/>
                </a:solidFill>
                <a:latin typeface="Calibri"/>
              </a:rPr>
              <a:t>• r</a:t>
            </a:r>
          </a:p>
          <a:p>
            <a:pPr lvl="1"/>
            <a:r>
              <a:rPr sz="1200" b="0">
                <a:solidFill>
                  <a:srgbClr val="222222"/>
                </a:solidFill>
                <a:latin typeface="Calibri"/>
              </a:rPr>
              <a:t>• i</a:t>
            </a:r>
          </a:p>
          <a:p>
            <a:pPr lvl="1"/>
            <a:r>
              <a:rPr sz="1200" b="0">
                <a:solidFill>
                  <a:srgbClr val="222222"/>
                </a:solidFill>
                <a:latin typeface="Calibri"/>
              </a:rPr>
              <a:t>• o</a:t>
            </a:r>
          </a:p>
          <a:p>
            <a:pPr lvl="1"/>
            <a:r>
              <a:rPr sz="1200" b="0">
                <a:solidFill>
                  <a:srgbClr val="222222"/>
                </a:solidFill>
                <a:latin typeface="Calibri"/>
              </a:rPr>
              <a:t>• u</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b</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t</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p</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d</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i</a:t>
            </a:r>
          </a:p>
          <a:p>
            <a:pPr lvl="1"/>
            <a:r>
              <a:rPr sz="1200" b="0">
                <a:solidFill>
                  <a:srgbClr val="222222"/>
                </a:solidFill>
                <a:latin typeface="Calibri"/>
              </a:rPr>
              <a:t>• g</a:t>
            </a:r>
          </a:p>
          <a:p>
            <a:pPr lvl="1"/>
            <a:r>
              <a:rPr sz="1200" b="0">
                <a:solidFill>
                  <a:srgbClr val="222222"/>
                </a:solidFill>
                <a:latin typeface="Calibri"/>
              </a:rPr>
              <a:t>• n</a:t>
            </a:r>
          </a:p>
          <a:p>
            <a:pPr lvl="1"/>
            <a:r>
              <a:rPr sz="1200" b="0">
                <a:solidFill>
                  <a:srgbClr val="222222"/>
                </a:solidFill>
                <a:latin typeface="Calibri"/>
              </a:rPr>
              <a:t>• e</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f</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l</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e</a:t>
            </a:r>
          </a:p>
          <a:p>
            <a:pPr lvl="1"/>
            <a:r>
              <a:rPr sz="1200" b="0">
                <a:solidFill>
                  <a:srgbClr val="222222"/>
                </a:solidFill>
                <a:latin typeface="Calibri"/>
              </a:rPr>
              <a:t>• v</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u</a:t>
            </a:r>
          </a:p>
          <a:p>
            <a:pPr lvl="1"/>
            <a:r>
              <a:rPr sz="1200" b="0">
                <a:solidFill>
                  <a:srgbClr val="222222"/>
                </a:solidFill>
                <a:latin typeface="Calibri"/>
              </a:rPr>
              <a:t>• p</a:t>
            </a:r>
          </a:p>
          <a:p>
            <a:pPr lvl="1"/>
            <a:r>
              <a:rPr sz="1200" b="0">
                <a:solidFill>
                  <a:srgbClr val="222222"/>
                </a:solidFill>
                <a:latin typeface="Calibri"/>
              </a:rPr>
              <a:t>• p</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y</a:t>
            </a:r>
          </a:p>
          <a:p>
            <a:pPr lvl="1"/>
            <a:r>
              <a:rPr sz="1200" b="0">
                <a:solidFill>
                  <a:srgbClr val="222222"/>
                </a:solidFill>
                <a:latin typeface="Calibri"/>
              </a:rPr>
              <a:t>• o</a:t>
            </a:r>
          </a:p>
          <a:p>
            <a:pPr lvl="1"/>
            <a:r>
              <a:rPr sz="1200" b="0">
                <a:solidFill>
                  <a:srgbClr val="222222"/>
                </a:solidFill>
                <a:latin typeface="Calibri"/>
              </a:rPr>
              <a:t>• u</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l</a:t>
            </a:r>
          </a:p>
          <a:p>
            <a:pPr lvl="1"/>
            <a:r>
              <a:rPr sz="1200" b="0">
                <a:solidFill>
                  <a:srgbClr val="222222"/>
                </a:solidFill>
                <a:latin typeface="Calibri"/>
              </a:rPr>
              <a:t>• l</a:t>
            </a:r>
          </a:p>
          <a:p>
            <a:pPr lvl="1"/>
            <a:r>
              <a:rPr sz="1200" b="0">
                <a:solidFill>
                  <a:srgbClr val="222222"/>
                </a:solidFill>
                <a:latin typeface="Calibri"/>
              </a:rPr>
              <a:t>• -</a:t>
            </a:r>
          </a:p>
          <a:p>
            <a:pPr lvl="1"/>
            <a:r>
              <a:rPr sz="1200" b="0">
                <a:solidFill>
                  <a:srgbClr val="222222"/>
                </a:solidFill>
                <a:latin typeface="Calibri"/>
              </a:rPr>
              <a:t>• d</a:t>
            </a:r>
          </a:p>
          <a:p>
            <a:pPr lvl="1"/>
            <a:r>
              <a:rPr sz="1200" b="0">
                <a:solidFill>
                  <a:srgbClr val="222222"/>
                </a:solidFill>
                <a:latin typeface="Calibri"/>
              </a:rPr>
              <a:t>• a</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w</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k</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n</a:t>
            </a:r>
          </a:p>
          <a:p>
            <a:pPr lvl="1"/>
            <a:r>
              <a:rPr sz="1200" b="0">
                <a:solidFill>
                  <a:srgbClr val="222222"/>
                </a:solidFill>
                <a:latin typeface="Calibri"/>
              </a:rPr>
              <a:t>• e</a:t>
            </a:r>
          </a:p>
          <a:p>
            <a:pPr lvl="1"/>
            <a:r>
              <a:rPr sz="1200" b="0">
                <a:solidFill>
                  <a:srgbClr val="222222"/>
                </a:solidFill>
                <a:latin typeface="Calibri"/>
              </a:rPr>
              <a:t>• e</a:t>
            </a:r>
          </a:p>
          <a:p>
            <a:pPr lvl="1"/>
            <a:r>
              <a:rPr sz="1200" b="0">
                <a:solidFill>
                  <a:srgbClr val="222222"/>
                </a:solidFill>
                <a:latin typeface="Calibri"/>
              </a:rPr>
              <a:t>• d</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D</a:t>
            </a:r>
          </a:p>
          <a:p>
            <a:pPr lvl="1"/>
            <a:r>
              <a:rPr sz="1200" b="0">
                <a:solidFill>
                  <a:srgbClr val="222222"/>
                </a:solidFill>
                <a:latin typeface="Calibri"/>
              </a:rPr>
              <a:t>• e</a:t>
            </a:r>
          </a:p>
          <a:p>
            <a:pPr lvl="1"/>
            <a:r>
              <a:rPr sz="1200" b="0">
                <a:solidFill>
                  <a:srgbClr val="222222"/>
                </a:solidFill>
                <a:latin typeface="Calibri"/>
              </a:rPr>
              <a:t>• d</a:t>
            </a:r>
          </a:p>
          <a:p>
            <a:pPr lvl="1"/>
            <a:r>
              <a:rPr sz="1200" b="0">
                <a:solidFill>
                  <a:srgbClr val="222222"/>
                </a:solidFill>
                <a:latin typeface="Calibri"/>
              </a:rPr>
              <a:t>• i</a:t>
            </a:r>
          </a:p>
          <a:p>
            <a:pPr lvl="1"/>
            <a:r>
              <a:rPr sz="1200" b="0">
                <a:solidFill>
                  <a:srgbClr val="222222"/>
                </a:solidFill>
                <a:latin typeface="Calibri"/>
              </a:rPr>
              <a:t>• c</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e</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G</a:t>
            </a:r>
          </a:p>
          <a:p>
            <a:pPr lvl="1"/>
            <a:r>
              <a:rPr sz="1200" b="0">
                <a:solidFill>
                  <a:srgbClr val="222222"/>
                </a:solidFill>
                <a:latin typeface="Calibri"/>
              </a:rPr>
              <a:t>• P</a:t>
            </a:r>
          </a:p>
          <a:p>
            <a:pPr lvl="1"/>
            <a:r>
              <a:rPr sz="1200" b="0">
                <a:solidFill>
                  <a:srgbClr val="222222"/>
                </a:solidFill>
                <a:latin typeface="Calibri"/>
              </a:rPr>
              <a:t>• U</a:t>
            </a:r>
          </a:p>
          <a:p>
            <a:pPr lvl="1"/>
            <a:r>
              <a:rPr sz="1200" b="0">
                <a:solidFill>
                  <a:srgbClr val="222222"/>
                </a:solidFill>
                <a:latin typeface="Calibri"/>
              </a:rPr>
              <a:t>•  </a:t>
            </a:r>
          </a:p>
          <a:p>
            <a:pPr lvl="1"/>
            <a:r>
              <a:rPr sz="1200" b="0">
                <a:solidFill>
                  <a:srgbClr val="222222"/>
                </a:solidFill>
                <a:latin typeface="Calibri"/>
              </a:rPr>
              <a:t>• C</a:t>
            </a:r>
          </a:p>
          <a:p>
            <a:pPr lvl="1"/>
            <a:r>
              <a:rPr sz="1200" b="0">
                <a:solidFill>
                  <a:srgbClr val="222222"/>
                </a:solidFill>
                <a:latin typeface="Calibri"/>
              </a:rPr>
              <a:t>• a</a:t>
            </a:r>
          </a:p>
          <a:p>
            <a:pPr lvl="1"/>
            <a:r>
              <a:rPr sz="1200" b="0">
                <a:solidFill>
                  <a:srgbClr val="222222"/>
                </a:solidFill>
                <a:latin typeface="Calibri"/>
              </a:rPr>
              <a:t>• p</a:t>
            </a:r>
          </a:p>
          <a:p>
            <a:pPr lvl="1"/>
            <a:r>
              <a:rPr sz="1200" b="0">
                <a:solidFill>
                  <a:srgbClr val="222222"/>
                </a:solidFill>
                <a:latin typeface="Calibri"/>
              </a:rPr>
              <a:t>• a</a:t>
            </a:r>
          </a:p>
          <a:p>
            <a:pPr lvl="1"/>
            <a:r>
              <a:rPr sz="1200" b="0">
                <a:solidFill>
                  <a:srgbClr val="222222"/>
                </a:solidFill>
                <a:latin typeface="Calibri"/>
              </a:rPr>
              <a:t>• b</a:t>
            </a:r>
          </a:p>
          <a:p>
            <a:pPr lvl="1"/>
            <a:r>
              <a:rPr sz="1200" b="0">
                <a:solidFill>
                  <a:srgbClr val="222222"/>
                </a:solidFill>
                <a:latin typeface="Calibri"/>
              </a:rPr>
              <a:t>• i</a:t>
            </a:r>
          </a:p>
          <a:p>
            <a:pPr lvl="1"/>
            <a:r>
              <a:rPr sz="1200" b="0">
                <a:solidFill>
                  <a:srgbClr val="222222"/>
                </a:solidFill>
                <a:latin typeface="Calibri"/>
              </a:rPr>
              <a:t>• l</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a</a:t>
            </a:r>
          </a:p>
          <a:p>
            <a:pPr lvl="1"/>
            <a:r>
              <a:rPr sz="1200" b="0">
                <a:solidFill>
                  <a:srgbClr val="222222"/>
                </a:solidFill>
                <a:latin typeface="Calibri"/>
              </a:rPr>
              <a:t>• d</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f</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g</a:t>
            </a:r>
          </a:p>
          <a:p>
            <a:pPr lvl="1"/>
            <a:r>
              <a:rPr sz="1200" b="0">
                <a:solidFill>
                  <a:srgbClr val="222222"/>
                </a:solidFill>
                <a:latin typeface="Calibri"/>
              </a:rPr>
              <a:t>• r</a:t>
            </a:r>
          </a:p>
          <a:p>
            <a:pPr lvl="1"/>
            <a:r>
              <a:rPr sz="1200" b="0">
                <a:solidFill>
                  <a:srgbClr val="222222"/>
                </a:solidFill>
                <a:latin typeface="Calibri"/>
              </a:rPr>
              <a:t>• a</a:t>
            </a:r>
          </a:p>
          <a:p>
            <a:pPr lvl="1"/>
            <a:r>
              <a:rPr sz="1200" b="0">
                <a:solidFill>
                  <a:srgbClr val="222222"/>
                </a:solidFill>
                <a:latin typeface="Calibri"/>
              </a:rPr>
              <a:t>• p</a:t>
            </a:r>
          </a:p>
          <a:p>
            <a:pPr lvl="1"/>
            <a:r>
              <a:rPr sz="1200" b="0">
                <a:solidFill>
                  <a:srgbClr val="222222"/>
                </a:solidFill>
                <a:latin typeface="Calibri"/>
              </a:rPr>
              <a:t>• h</a:t>
            </a:r>
          </a:p>
          <a:p>
            <a:pPr lvl="1"/>
            <a:r>
              <a:rPr sz="1200" b="0">
                <a:solidFill>
                  <a:srgbClr val="222222"/>
                </a:solidFill>
                <a:latin typeface="Calibri"/>
              </a:rPr>
              <a:t>• i</a:t>
            </a:r>
          </a:p>
          <a:p>
            <a:pPr lvl="1"/>
            <a:r>
              <a:rPr sz="1200" b="0">
                <a:solidFill>
                  <a:srgbClr val="222222"/>
                </a:solidFill>
                <a:latin typeface="Calibri"/>
              </a:rPr>
              <a:t>• c</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t</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s</a:t>
            </a:r>
          </a:p>
          <a:p>
            <a:pPr lvl="1"/>
            <a:r>
              <a:rPr sz="1200" b="0">
                <a:solidFill>
                  <a:srgbClr val="222222"/>
                </a:solidFill>
                <a:latin typeface="Calibri"/>
              </a:rPr>
              <a:t>• i</a:t>
            </a:r>
          </a:p>
          <a:p>
            <a:pPr lvl="1"/>
            <a:r>
              <a:rPr sz="1200" b="0">
                <a:solidFill>
                  <a:srgbClr val="222222"/>
                </a:solidFill>
                <a:latin typeface="Calibri"/>
              </a:rPr>
              <a:t>• v</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a</a:t>
            </a:r>
          </a:p>
          <a:p>
            <a:pPr lvl="1"/>
            <a:r>
              <a:rPr sz="1200" b="0">
                <a:solidFill>
                  <a:srgbClr val="222222"/>
                </a:solidFill>
                <a:latin typeface="Calibri"/>
              </a:rPr>
              <a:t>• s</a:t>
            </a:r>
          </a:p>
          <a:p>
            <a:pPr lvl="1"/>
            <a:r>
              <a:rPr sz="1200" b="0">
                <a:solidFill>
                  <a:srgbClr val="222222"/>
                </a:solidFill>
                <a:latin typeface="Calibri"/>
              </a:rPr>
              <a:t>• k</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s</a:t>
            </a:r>
          </a:p>
          <a:p>
            <a:pPr lvl="1"/>
            <a:r>
              <a:rPr sz="1200" b="0">
                <a:solidFill>
                  <a:srgbClr val="222222"/>
                </a:solidFill>
                <a:latin typeface="Calibri"/>
              </a:rPr>
              <a:t>• u</a:t>
            </a:r>
          </a:p>
          <a:p>
            <a:pPr lvl="1"/>
            <a:r>
              <a:rPr sz="1200" b="0">
                <a:solidFill>
                  <a:srgbClr val="222222"/>
                </a:solidFill>
                <a:latin typeface="Calibri"/>
              </a:rPr>
              <a:t>• r</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y</a:t>
            </a:r>
          </a:p>
          <a:p>
            <a:pPr lvl="1"/>
            <a:r>
              <a:rPr sz="1200" b="0">
                <a:solidFill>
                  <a:srgbClr val="222222"/>
                </a:solidFill>
                <a:latin typeface="Calibri"/>
              </a:rPr>
              <a:t>• o</a:t>
            </a:r>
          </a:p>
          <a:p>
            <a:pPr lvl="1"/>
            <a:r>
              <a:rPr sz="1200" b="0">
                <a:solidFill>
                  <a:srgbClr val="222222"/>
                </a:solidFill>
                <a:latin typeface="Calibri"/>
              </a:rPr>
              <a:t>• u</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e</a:t>
            </a:r>
          </a:p>
          <a:p>
            <a:pPr lvl="1"/>
            <a:r>
              <a:rPr sz="1200" b="0">
                <a:solidFill>
                  <a:srgbClr val="222222"/>
                </a:solidFill>
                <a:latin typeface="Calibri"/>
              </a:rPr>
              <a:t>• a</a:t>
            </a:r>
          </a:p>
          <a:p>
            <a:pPr lvl="1"/>
            <a:r>
              <a:rPr sz="1200" b="0">
                <a:solidFill>
                  <a:srgbClr val="222222"/>
                </a:solidFill>
                <a:latin typeface="Calibri"/>
              </a:rPr>
              <a:t>• m</a:t>
            </a:r>
          </a:p>
          <a:p>
            <a:pPr lvl="1"/>
            <a:r>
              <a:rPr sz="1200" b="0">
                <a:solidFill>
                  <a:srgbClr val="222222"/>
                </a:solidFill>
                <a:latin typeface="Calibri"/>
              </a:rPr>
              <a:t>•  </a:t>
            </a:r>
          </a:p>
          <a:p>
            <a:pPr lvl="1"/>
            <a:r>
              <a:rPr sz="1200" b="0">
                <a:solidFill>
                  <a:srgbClr val="222222"/>
                </a:solidFill>
                <a:latin typeface="Calibri"/>
              </a:rPr>
              <a:t>• c</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a:t>
            </a:r>
          </a:p>
          <a:p>
            <a:pPr lvl="1"/>
            <a:r>
              <a:rPr sz="1200" b="0">
                <a:solidFill>
                  <a:srgbClr val="222222"/>
                </a:solidFill>
                <a:latin typeface="Calibri"/>
              </a:rPr>
              <a:t>• h</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d</a:t>
            </a:r>
          </a:p>
          <a:p>
            <a:pPr lvl="1"/>
            <a:r>
              <a:rPr sz="1200" b="0">
                <a:solidFill>
                  <a:srgbClr val="222222"/>
                </a:solidFill>
                <a:latin typeface="Calibri"/>
              </a:rPr>
              <a:t>• l</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d</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i</a:t>
            </a:r>
          </a:p>
          <a:p>
            <a:pPr lvl="1"/>
            <a:r>
              <a:rPr sz="1200" b="0">
                <a:solidFill>
                  <a:srgbClr val="222222"/>
                </a:solidFill>
                <a:latin typeface="Calibri"/>
              </a:rPr>
              <a:t>• g</a:t>
            </a:r>
          </a:p>
          <a:p>
            <a:pPr lvl="1"/>
            <a:r>
              <a:rPr sz="1200" b="0">
                <a:solidFill>
                  <a:srgbClr val="222222"/>
                </a:solidFill>
                <a:latin typeface="Calibri"/>
              </a:rPr>
              <a:t>• n</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t</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m</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w</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o</a:t>
            </a:r>
          </a:p>
          <a:p>
            <a:pPr lvl="1"/>
            <a:r>
              <a:rPr sz="1200" b="0">
                <a:solidFill>
                  <a:srgbClr val="222222"/>
                </a:solidFill>
                <a:latin typeface="Calibri"/>
              </a:rPr>
              <a:t>• u</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f</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m</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c</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l</a:t>
            </a:r>
          </a:p>
          <a:p>
            <a:pPr lvl="1"/>
            <a:r>
              <a:rPr sz="1200" b="0">
                <a:solidFill>
                  <a:srgbClr val="222222"/>
                </a:solidFill>
                <a:latin typeface="Calibri"/>
              </a:rPr>
              <a:t>• a</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5</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H</a:t>
            </a:r>
          </a:p>
          <a:p>
            <a:pPr lvl="1"/>
            <a:r>
              <a:rPr sz="1200" b="0">
                <a:solidFill>
                  <a:srgbClr val="222222"/>
                </a:solidFill>
                <a:latin typeface="Calibri"/>
              </a:rPr>
              <a:t>• P</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B</a:t>
            </a:r>
          </a:p>
          <a:p>
            <a:pPr lvl="1"/>
            <a:r>
              <a:rPr sz="1200" b="0">
                <a:solidFill>
                  <a:srgbClr val="222222"/>
                </a:solidFill>
                <a:latin typeface="Calibri"/>
              </a:rPr>
              <a:t>• o</a:t>
            </a:r>
          </a:p>
          <a:p>
            <a:pPr lvl="1"/>
            <a:r>
              <a:rPr sz="1200" b="0">
                <a:solidFill>
                  <a:srgbClr val="222222"/>
                </a:solidFill>
                <a:latin typeface="Calibri"/>
              </a:rPr>
              <a:t>• o</a:t>
            </a:r>
          </a:p>
          <a:p>
            <a:pPr lvl="1"/>
            <a:r>
              <a:rPr sz="1200" b="0">
                <a:solidFill>
                  <a:srgbClr val="222222"/>
                </a:solidFill>
                <a:latin typeface="Calibri"/>
              </a:rPr>
              <a:t>• k</a:t>
            </a:r>
          </a:p>
          <a:p>
            <a:pPr lvl="1"/>
            <a:r>
              <a:rPr sz="1200" b="0">
                <a:solidFill>
                  <a:srgbClr val="222222"/>
                </a:solidFill>
                <a:latin typeface="Calibri"/>
              </a:rPr>
              <a:t>•  </a:t>
            </a:r>
          </a:p>
          <a:p>
            <a:pPr lvl="1"/>
            <a:r>
              <a:rPr sz="1200" b="0">
                <a:solidFill>
                  <a:srgbClr val="222222"/>
                </a:solidFill>
                <a:latin typeface="Calibri"/>
              </a:rPr>
              <a:t>• 4</a:t>
            </a:r>
          </a:p>
          <a:p>
            <a:pPr lvl="1"/>
            <a:r>
              <a:rPr sz="1200" b="0">
                <a:solidFill>
                  <a:srgbClr val="222222"/>
                </a:solidFill>
                <a:latin typeface="Calibri"/>
              </a:rPr>
              <a:t>• 5</a:t>
            </a:r>
          </a:p>
          <a:p>
            <a:pPr lvl="1"/>
            <a:r>
              <a:rPr sz="1200" b="0">
                <a:solidFill>
                  <a:srgbClr val="222222"/>
                </a:solidFill>
                <a:latin typeface="Calibri"/>
              </a:rPr>
              <a:t>• 0</a:t>
            </a:r>
          </a:p>
          <a:p>
            <a:pPr lvl="1"/>
            <a:r>
              <a:rPr sz="1200" b="0">
                <a:solidFill>
                  <a:srgbClr val="222222"/>
                </a:solidFill>
                <a:latin typeface="Calibri"/>
              </a:rPr>
              <a:t>•  </a:t>
            </a:r>
          </a:p>
          <a:p>
            <a:pPr lvl="1"/>
            <a:r>
              <a:rPr sz="1200" b="0">
                <a:solidFill>
                  <a:srgbClr val="222222"/>
                </a:solidFill>
                <a:latin typeface="Calibri"/>
              </a:rPr>
              <a:t>• G</a:t>
            </a:r>
          </a:p>
          <a:p>
            <a:pPr lvl="1"/>
            <a:r>
              <a:rPr sz="1200" b="0">
                <a:solidFill>
                  <a:srgbClr val="222222"/>
                </a:solidFill>
                <a:latin typeface="Calibri"/>
              </a:rPr>
              <a:t>• 1</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c</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d</a:t>
            </a:r>
          </a:p>
          <a:p>
            <a:pPr lvl="1"/>
            <a:r>
              <a:rPr sz="1200" b="0">
                <a:solidFill>
                  <a:srgbClr val="222222"/>
                </a:solidFill>
                <a:latin typeface="Calibri"/>
              </a:rPr>
              <a:t>• i</a:t>
            </a:r>
          </a:p>
          <a:p>
            <a:pPr lvl="1"/>
            <a:r>
              <a:rPr sz="1200" b="0">
                <a:solidFill>
                  <a:srgbClr val="222222"/>
                </a:solidFill>
                <a:latin typeface="Calibri"/>
              </a:rPr>
              <a:t>• b</a:t>
            </a:r>
          </a:p>
          <a:p>
            <a:pPr lvl="1"/>
            <a:r>
              <a:rPr sz="1200" b="0">
                <a:solidFill>
                  <a:srgbClr val="222222"/>
                </a:solidFill>
                <a:latin typeface="Calibri"/>
              </a:rPr>
              <a:t>• l</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V</a:t>
            </a:r>
          </a:p>
          <a:p>
            <a:pPr lvl="1"/>
            <a:r>
              <a:rPr sz="1200" b="0">
                <a:solidFill>
                  <a:srgbClr val="222222"/>
                </a:solidFill>
                <a:latin typeface="Calibri"/>
              </a:rPr>
              <a:t>• a</a:t>
            </a:r>
          </a:p>
          <a:p>
            <a:pPr lvl="1"/>
            <a:r>
              <a:rPr sz="1200" b="0">
                <a:solidFill>
                  <a:srgbClr val="222222"/>
                </a:solidFill>
                <a:latin typeface="Calibri"/>
              </a:rPr>
              <a:t>• l</a:t>
            </a:r>
          </a:p>
          <a:p>
            <a:pPr lvl="1"/>
            <a:r>
              <a:rPr sz="1200" b="0">
                <a:solidFill>
                  <a:srgbClr val="222222"/>
                </a:solidFill>
                <a:latin typeface="Calibri"/>
              </a:rPr>
              <a:t>• u</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f</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f</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m</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c</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B</a:t>
            </a:r>
          </a:p>
          <a:p>
            <a:pPr lvl="1"/>
            <a:r>
              <a:rPr sz="1200" b="0">
                <a:solidFill>
                  <a:srgbClr val="222222"/>
                </a:solidFill>
                <a:latin typeface="Calibri"/>
              </a:rPr>
              <a:t>• o</a:t>
            </a:r>
          </a:p>
          <a:p>
            <a:pPr lvl="1"/>
            <a:r>
              <a:rPr sz="1200" b="0">
                <a:solidFill>
                  <a:srgbClr val="222222"/>
                </a:solidFill>
                <a:latin typeface="Calibri"/>
              </a:rPr>
              <a:t>• a</a:t>
            </a:r>
          </a:p>
          <a:p>
            <a:pPr lvl="1"/>
            <a:r>
              <a:rPr sz="1200" b="0">
                <a:solidFill>
                  <a:srgbClr val="222222"/>
                </a:solidFill>
                <a:latin typeface="Calibri"/>
              </a:rPr>
              <a:t>• s</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p</a:t>
            </a:r>
          </a:p>
          <a:p>
            <a:pPr lvl="1"/>
            <a:r>
              <a:rPr sz="1200" b="0">
                <a:solidFill>
                  <a:srgbClr val="222222"/>
                </a:solidFill>
                <a:latin typeface="Calibri"/>
              </a:rPr>
              <a:t>• a</a:t>
            </a:r>
          </a:p>
          <a:p>
            <a:pPr lvl="1"/>
            <a:r>
              <a:rPr sz="1200" b="0">
                <a:solidFill>
                  <a:srgbClr val="222222"/>
                </a:solidFill>
                <a:latin typeface="Calibri"/>
              </a:rPr>
              <a:t>• c</a:t>
            </a:r>
          </a:p>
          <a:p>
            <a:pPr lvl="1"/>
            <a:r>
              <a:rPr sz="1200" b="0">
                <a:solidFill>
                  <a:srgbClr val="222222"/>
                </a:solidFill>
                <a:latin typeface="Calibri"/>
              </a:rPr>
              <a:t>• i</a:t>
            </a:r>
          </a:p>
          <a:p>
            <a:pPr lvl="1"/>
            <a:r>
              <a:rPr sz="1200" b="0">
                <a:solidFill>
                  <a:srgbClr val="222222"/>
                </a:solidFill>
                <a:latin typeface="Calibri"/>
              </a:rPr>
              <a:t>• o</a:t>
            </a:r>
          </a:p>
          <a:p>
            <a:pPr lvl="1"/>
            <a:r>
              <a:rPr sz="1200" b="0">
                <a:solidFill>
                  <a:srgbClr val="222222"/>
                </a:solidFill>
                <a:latin typeface="Calibri"/>
              </a:rPr>
              <a:t>• u</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1</a:t>
            </a:r>
          </a:p>
          <a:p>
            <a:pPr lvl="1"/>
            <a:r>
              <a:rPr sz="1200" b="0">
                <a:solidFill>
                  <a:srgbClr val="222222"/>
                </a:solidFill>
                <a:latin typeface="Calibri"/>
              </a:rPr>
              <a:t>• 5</a:t>
            </a:r>
          </a:p>
          <a:p>
            <a:pPr lvl="1"/>
            <a:r>
              <a:rPr sz="1200" b="0">
                <a:solidFill>
                  <a:srgbClr val="222222"/>
                </a:solidFill>
                <a:latin typeface="Calibri"/>
              </a:rPr>
              <a:t>• .</a:t>
            </a:r>
          </a:p>
          <a:p>
            <a:pPr lvl="1"/>
            <a:r>
              <a:rPr sz="1200" b="0">
                <a:solidFill>
                  <a:srgbClr val="222222"/>
                </a:solidFill>
                <a:latin typeface="Calibri"/>
              </a:rPr>
              <a:t>• 6</a:t>
            </a:r>
          </a:p>
          <a:p>
            <a:pPr lvl="1"/>
            <a:r>
              <a:rPr sz="1200" b="0">
                <a:solidFill>
                  <a:srgbClr val="222222"/>
                </a:solidFill>
                <a:latin typeface="Calibri"/>
              </a:rPr>
              <a:t>• -</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c</a:t>
            </a:r>
          </a:p>
          <a:p>
            <a:pPr lvl="1"/>
            <a:r>
              <a:rPr sz="1200" b="0">
                <a:solidFill>
                  <a:srgbClr val="222222"/>
                </a:solidFill>
                <a:latin typeface="Calibri"/>
              </a:rPr>
              <a:t>• h</a:t>
            </a:r>
          </a:p>
          <a:p>
            <a:pPr lvl="1"/>
            <a:r>
              <a:rPr sz="1200" b="0">
                <a:solidFill>
                  <a:srgbClr val="222222"/>
                </a:solidFill>
                <a:latin typeface="Calibri"/>
              </a:rPr>
              <a:t>•  </a:t>
            </a:r>
          </a:p>
          <a:p>
            <a:pPr lvl="1"/>
            <a:r>
              <a:rPr sz="1200" b="0">
                <a:solidFill>
                  <a:srgbClr val="222222"/>
                </a:solidFill>
                <a:latin typeface="Calibri"/>
              </a:rPr>
              <a:t>• d</a:t>
            </a:r>
          </a:p>
          <a:p>
            <a:pPr lvl="1"/>
            <a:r>
              <a:rPr sz="1200" b="0">
                <a:solidFill>
                  <a:srgbClr val="222222"/>
                </a:solidFill>
                <a:latin typeface="Calibri"/>
              </a:rPr>
              <a:t>• i</a:t>
            </a:r>
          </a:p>
          <a:p>
            <a:pPr lvl="1"/>
            <a:r>
              <a:rPr sz="1200" b="0">
                <a:solidFill>
                  <a:srgbClr val="222222"/>
                </a:solidFill>
                <a:latin typeface="Calibri"/>
              </a:rPr>
              <a:t>• s</a:t>
            </a:r>
          </a:p>
          <a:p>
            <a:pPr lvl="1"/>
            <a:r>
              <a:rPr sz="1200" b="0">
                <a:solidFill>
                  <a:srgbClr val="222222"/>
                </a:solidFill>
                <a:latin typeface="Calibri"/>
              </a:rPr>
              <a:t>• p</a:t>
            </a:r>
          </a:p>
          <a:p>
            <a:pPr lvl="1"/>
            <a:r>
              <a:rPr sz="1200" b="0">
                <a:solidFill>
                  <a:srgbClr val="222222"/>
                </a:solidFill>
                <a:latin typeface="Calibri"/>
              </a:rPr>
              <a:t>• l</a:t>
            </a:r>
          </a:p>
          <a:p>
            <a:pPr lvl="1"/>
            <a:r>
              <a:rPr sz="1200" b="0">
                <a:solidFill>
                  <a:srgbClr val="222222"/>
                </a:solidFill>
                <a:latin typeface="Calibri"/>
              </a:rPr>
              <a:t>• a</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o</a:t>
            </a:r>
          </a:p>
          <a:p>
            <a:pPr lvl="1"/>
            <a:r>
              <a:rPr sz="1200" b="0">
                <a:solidFill>
                  <a:srgbClr val="222222"/>
                </a:solidFill>
                <a:latin typeface="Calibri"/>
              </a:rPr>
              <a:t>• w</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f</a:t>
            </a:r>
          </a:p>
          <a:p>
            <a:pPr lvl="1"/>
            <a:r>
              <a:rPr sz="1200" b="0">
                <a:solidFill>
                  <a:srgbClr val="222222"/>
                </a:solidFill>
                <a:latin typeface="Calibri"/>
              </a:rPr>
              <a:t>• u</a:t>
            </a:r>
          </a:p>
          <a:p>
            <a:pPr lvl="1"/>
            <a:r>
              <a:rPr sz="1200" b="0">
                <a:solidFill>
                  <a:srgbClr val="222222"/>
                </a:solidFill>
                <a:latin typeface="Calibri"/>
              </a:rPr>
              <a:t>• l</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f</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m</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c</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a:t>
            </a:r>
          </a:p>
          <a:p>
            <a:pPr lvl="1"/>
            <a:r>
              <a:rPr sz="1200" b="0">
                <a:solidFill>
                  <a:srgbClr val="222222"/>
                </a:solidFill>
                <a:latin typeface="Calibri"/>
              </a:rPr>
              <a:t>• g</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v</a:t>
            </a:r>
          </a:p>
          <a:p>
            <a:pPr lvl="1"/>
            <a:r>
              <a:rPr sz="1200" b="0">
                <a:solidFill>
                  <a:srgbClr val="222222"/>
                </a:solidFill>
                <a:latin typeface="Calibri"/>
              </a:rPr>
              <a:t>• a</a:t>
            </a:r>
          </a:p>
          <a:p>
            <a:pPr lvl="1"/>
            <a:r>
              <a:rPr sz="1200" b="0">
                <a:solidFill>
                  <a:srgbClr val="222222"/>
                </a:solidFill>
                <a:latin typeface="Calibri"/>
              </a:rPr>
              <a:t>• l</a:t>
            </a:r>
          </a:p>
          <a:p>
            <a:pPr lvl="1"/>
            <a:r>
              <a:rPr sz="1200" b="0">
                <a:solidFill>
                  <a:srgbClr val="222222"/>
                </a:solidFill>
                <a:latin typeface="Calibri"/>
              </a:rPr>
              <a:t>• u</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f</a:t>
            </a:r>
          </a:p>
          <a:p>
            <a:pPr lvl="1"/>
            <a:r>
              <a:rPr sz="1200" b="0">
                <a:solidFill>
                  <a:srgbClr val="222222"/>
                </a:solidFill>
                <a:latin typeface="Calibri"/>
              </a:rPr>
              <a:t>• e</a:t>
            </a:r>
          </a:p>
          <a:p>
            <a:pPr lvl="1"/>
            <a:r>
              <a:rPr sz="1200" b="0">
                <a:solidFill>
                  <a:srgbClr val="222222"/>
                </a:solidFill>
                <a:latin typeface="Calibri"/>
              </a:rPr>
              <a:t>• c</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c</a:t>
            </a:r>
          </a:p>
          <a:p>
            <a:pPr lvl="1"/>
            <a:r>
              <a:rPr sz="1200" b="0">
                <a:solidFill>
                  <a:srgbClr val="222222"/>
                </a:solidFill>
                <a:latin typeface="Calibri"/>
              </a:rPr>
              <a:t>• h</a:t>
            </a:r>
          </a:p>
          <a:p>
            <a:pPr lvl="1"/>
            <a:r>
              <a:rPr sz="1200" b="0">
                <a:solidFill>
                  <a:srgbClr val="222222"/>
                </a:solidFill>
                <a:latin typeface="Calibri"/>
              </a:rPr>
              <a:t>• o</a:t>
            </a:r>
          </a:p>
          <a:p>
            <a:pPr lvl="1"/>
            <a:r>
              <a:rPr sz="1200" b="0">
                <a:solidFill>
                  <a:srgbClr val="222222"/>
                </a:solidFill>
                <a:latin typeface="Calibri"/>
              </a:rPr>
              <a:t>• i</a:t>
            </a:r>
          </a:p>
          <a:p>
            <a:pPr lvl="1"/>
            <a:r>
              <a:rPr sz="1200" b="0">
                <a:solidFill>
                  <a:srgbClr val="222222"/>
                </a:solidFill>
                <a:latin typeface="Calibri"/>
              </a:rPr>
              <a:t>• c</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f</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m</a:t>
            </a:r>
          </a:p>
          <a:p>
            <a:pPr lvl="1"/>
            <a:r>
              <a:rPr sz="1200" b="0">
                <a:solidFill>
                  <a:srgbClr val="222222"/>
                </a:solidFill>
                <a:latin typeface="Calibri"/>
              </a:rPr>
              <a:t>• u</a:t>
            </a:r>
          </a:p>
          <a:p>
            <a:pPr lvl="1"/>
            <a:r>
              <a:rPr sz="1200" b="0">
                <a:solidFill>
                  <a:srgbClr val="222222"/>
                </a:solidFill>
                <a:latin typeface="Calibri"/>
              </a:rPr>
              <a:t>• l</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a</a:t>
            </a:r>
          </a:p>
          <a:p>
            <a:pPr lvl="1"/>
            <a:r>
              <a:rPr sz="1200" b="0">
                <a:solidFill>
                  <a:srgbClr val="222222"/>
                </a:solidFill>
                <a:latin typeface="Calibri"/>
              </a:rPr>
              <a:t>• s</a:t>
            </a:r>
          </a:p>
          <a:p>
            <a:pPr lvl="1"/>
            <a:r>
              <a:rPr sz="1200" b="0">
                <a:solidFill>
                  <a:srgbClr val="222222"/>
                </a:solidFill>
                <a:latin typeface="Calibri"/>
              </a:rPr>
              <a:t>• k</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f</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s</a:t>
            </a:r>
          </a:p>
          <a:p>
            <a:pPr lvl="1"/>
            <a:r>
              <a:rPr sz="1200" b="0">
                <a:solidFill>
                  <a:srgbClr val="222222"/>
                </a:solidFill>
                <a:latin typeface="Calibri"/>
              </a:rPr>
              <a:t>• i</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a</a:t>
            </a:r>
          </a:p>
          <a:p>
            <a:pPr lvl="1"/>
            <a:r>
              <a:rPr sz="1200" b="0">
                <a:solidFill>
                  <a:srgbClr val="222222"/>
                </a:solidFill>
                <a:latin typeface="Calibri"/>
              </a:rPr>
              <a:t>• l</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F</a:t>
            </a:r>
          </a:p>
          <a:p>
            <a:pPr lvl="1"/>
            <a:r>
              <a:rPr sz="1200" b="0">
                <a:solidFill>
                  <a:srgbClr val="222222"/>
                </a:solidFill>
                <a:latin typeface="Calibri"/>
              </a:rPr>
              <a:t>• l</a:t>
            </a:r>
          </a:p>
          <a:p>
            <a:pPr lvl="1"/>
            <a:r>
              <a:rPr sz="1200" b="0">
                <a:solidFill>
                  <a:srgbClr val="222222"/>
                </a:solidFill>
                <a:latin typeface="Calibri"/>
              </a:rPr>
              <a:t>• e</a:t>
            </a:r>
          </a:p>
          <a:p>
            <a:pPr lvl="1"/>
            <a:r>
              <a:rPr sz="1200" b="0">
                <a:solidFill>
                  <a:srgbClr val="222222"/>
                </a:solidFill>
                <a:latin typeface="Calibri"/>
              </a:rPr>
              <a:t>• x</a:t>
            </a:r>
          </a:p>
          <a:p>
            <a:pPr lvl="1"/>
            <a:r>
              <a:rPr sz="1200" b="0">
                <a:solidFill>
                  <a:srgbClr val="222222"/>
                </a:solidFill>
                <a:latin typeface="Calibri"/>
              </a:rPr>
              <a:t>• i</a:t>
            </a:r>
          </a:p>
          <a:p>
            <a:pPr lvl="1"/>
            <a:r>
              <a:rPr sz="1200" b="0">
                <a:solidFill>
                  <a:srgbClr val="222222"/>
                </a:solidFill>
                <a:latin typeface="Calibri"/>
              </a:rPr>
              <a:t>• b</a:t>
            </a:r>
          </a:p>
          <a:p>
            <a:pPr lvl="1"/>
            <a:r>
              <a:rPr sz="1200" b="0">
                <a:solidFill>
                  <a:srgbClr val="222222"/>
                </a:solidFill>
                <a:latin typeface="Calibri"/>
              </a:rPr>
              <a:t>• l</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C</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f</a:t>
            </a:r>
          </a:p>
          <a:p>
            <a:pPr lvl="1"/>
            <a:r>
              <a:rPr sz="1200" b="0">
                <a:solidFill>
                  <a:srgbClr val="222222"/>
                </a:solidFill>
                <a:latin typeface="Calibri"/>
              </a:rPr>
              <a:t>• i</a:t>
            </a:r>
          </a:p>
          <a:p>
            <a:pPr lvl="1"/>
            <a:r>
              <a:rPr sz="1200" b="0">
                <a:solidFill>
                  <a:srgbClr val="222222"/>
                </a:solidFill>
                <a:latin typeface="Calibri"/>
              </a:rPr>
              <a:t>• g</a:t>
            </a:r>
          </a:p>
          <a:p>
            <a:pPr lvl="1"/>
            <a:r>
              <a:rPr sz="1200" b="0">
                <a:solidFill>
                  <a:srgbClr val="222222"/>
                </a:solidFill>
                <a:latin typeface="Calibri"/>
              </a:rPr>
              <a:t>• u</a:t>
            </a:r>
          </a:p>
          <a:p>
            <a:pPr lvl="1"/>
            <a:r>
              <a:rPr sz="1200" b="0">
                <a:solidFill>
                  <a:srgbClr val="222222"/>
                </a:solidFill>
                <a:latin typeface="Calibri"/>
              </a:rPr>
              <a:t>• r</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C</a:t>
            </a:r>
          </a:p>
          <a:p>
            <a:pPr lvl="1"/>
            <a:r>
              <a:rPr sz="1200" b="0">
                <a:solidFill>
                  <a:srgbClr val="222222"/>
                </a:solidFill>
                <a:latin typeface="Calibri"/>
              </a:rPr>
              <a:t>• o</a:t>
            </a:r>
          </a:p>
          <a:p>
            <a:pPr lvl="1"/>
            <a:r>
              <a:rPr sz="1200" b="0">
                <a:solidFill>
                  <a:srgbClr val="222222"/>
                </a:solidFill>
                <a:latin typeface="Calibri"/>
              </a:rPr>
              <a:t>• m</a:t>
            </a:r>
          </a:p>
          <a:p>
            <a:pPr lvl="1"/>
            <a:r>
              <a:rPr sz="1200" b="0">
                <a:solidFill>
                  <a:srgbClr val="222222"/>
                </a:solidFill>
                <a:latin typeface="Calibri"/>
              </a:rPr>
              <a:t>• p</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b</a:t>
            </a:r>
          </a:p>
          <a:p>
            <a:pPr lvl="1"/>
            <a:r>
              <a:rPr sz="1200" b="0">
                <a:solidFill>
                  <a:srgbClr val="222222"/>
                </a:solidFill>
                <a:latin typeface="Calibri"/>
              </a:rPr>
              <a:t>• l</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w</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a:t>
            </a:r>
          </a:p>
          <a:p>
            <a:pPr lvl="1"/>
            <a:r>
              <a:rPr sz="1200" b="0">
                <a:solidFill>
                  <a:srgbClr val="222222"/>
                </a:solidFill>
                <a:latin typeface="Calibri"/>
              </a:rPr>
              <a:t>• W</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d</a:t>
            </a:r>
          </a:p>
          <a:p>
            <a:pPr lvl="1"/>
            <a:r>
              <a:rPr sz="1200" b="0">
                <a:solidFill>
                  <a:srgbClr val="222222"/>
                </a:solidFill>
                <a:latin typeface="Calibri"/>
              </a:rPr>
              <a:t>• o</a:t>
            </a:r>
          </a:p>
          <a:p>
            <a:pPr lvl="1"/>
            <a:r>
              <a:rPr sz="1200" b="0">
                <a:solidFill>
                  <a:srgbClr val="222222"/>
                </a:solidFill>
                <a:latin typeface="Calibri"/>
              </a:rPr>
              <a:t>• w</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8</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p</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y</a:t>
            </a:r>
          </a:p>
          <a:p>
            <a:pPr lvl="1"/>
            <a:r>
              <a:rPr sz="1200" b="0">
                <a:solidFill>
                  <a:srgbClr val="222222"/>
                </a:solidFill>
                <a:latin typeface="Calibri"/>
              </a:rPr>
              <a:t>• s</a:t>
            </a:r>
          </a:p>
          <a:p>
            <a:pPr lvl="1"/>
            <a:r>
              <a:rPr sz="1200" b="0">
                <a:solidFill>
                  <a:srgbClr val="222222"/>
                </a:solidFill>
                <a:latin typeface="Calibri"/>
              </a:rPr>
              <a:t>• t</a:t>
            </a:r>
          </a:p>
          <a:p>
            <a:pPr lvl="1"/>
            <a:r>
              <a:rPr sz="1200" b="0">
                <a:solidFill>
                  <a:srgbClr val="222222"/>
                </a:solidFill>
                <a:latin typeface="Calibri"/>
              </a:rPr>
              <a:t>• e</a:t>
            </a:r>
          </a:p>
          <a:p>
            <a:pPr lvl="1"/>
            <a:r>
              <a:rPr sz="1200" b="0">
                <a:solidFill>
                  <a:srgbClr val="222222"/>
                </a:solidFill>
                <a:latin typeface="Calibri"/>
              </a:rPr>
              <a:t>• m</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l</a:t>
            </a:r>
          </a:p>
          <a:p>
            <a:pPr lvl="1"/>
            <a:r>
              <a:rPr sz="1200" b="0">
                <a:solidFill>
                  <a:srgbClr val="222222"/>
                </a:solidFill>
                <a:latin typeface="Calibri"/>
              </a:rPr>
              <a:t>• l</a:t>
            </a:r>
          </a:p>
          <a:p>
            <a:pPr lvl="1"/>
            <a:r>
              <a:rPr sz="1200" b="0">
                <a:solidFill>
                  <a:srgbClr val="222222"/>
                </a:solidFill>
                <a:latin typeface="Calibri"/>
              </a:rPr>
              <a:t>• o</a:t>
            </a:r>
          </a:p>
          <a:p>
            <a:pPr lvl="1"/>
            <a:r>
              <a:rPr sz="1200" b="0">
                <a:solidFill>
                  <a:srgbClr val="222222"/>
                </a:solidFill>
                <a:latin typeface="Calibri"/>
              </a:rPr>
              <a:t>• w</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y</a:t>
            </a:r>
          </a:p>
          <a:p>
            <a:pPr lvl="1"/>
            <a:r>
              <a:rPr sz="1200" b="0">
                <a:solidFill>
                  <a:srgbClr val="222222"/>
                </a:solidFill>
                <a:latin typeface="Calibri"/>
              </a:rPr>
              <a:t>• o</a:t>
            </a:r>
          </a:p>
          <a:p>
            <a:pPr lvl="1"/>
            <a:r>
              <a:rPr sz="1200" b="0">
                <a:solidFill>
                  <a:srgbClr val="222222"/>
                </a:solidFill>
                <a:latin typeface="Calibri"/>
              </a:rPr>
              <a:t>• u</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g</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i</a:t>
            </a:r>
          </a:p>
          <a:p>
            <a:pPr lvl="1"/>
            <a:r>
              <a:rPr sz="1200" b="0">
                <a:solidFill>
                  <a:srgbClr val="222222"/>
                </a:solidFill>
                <a:latin typeface="Calibri"/>
              </a:rPr>
              <a:t>• z</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o</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p</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y</a:t>
            </a:r>
          </a:p>
          <a:p>
            <a:pPr lvl="1"/>
            <a:r>
              <a:rPr sz="1200" b="0">
                <a:solidFill>
                  <a:srgbClr val="222222"/>
                </a:solidFill>
                <a:latin typeface="Calibri"/>
              </a:rPr>
              <a:t>• o</a:t>
            </a:r>
          </a:p>
          <a:p>
            <a:pPr lvl="1"/>
            <a:r>
              <a:rPr sz="1200" b="0">
                <a:solidFill>
                  <a:srgbClr val="222222"/>
                </a:solidFill>
                <a:latin typeface="Calibri"/>
              </a:rPr>
              <a:t>• u</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x</a:t>
            </a:r>
          </a:p>
          <a:p>
            <a:pPr lvl="1"/>
            <a:r>
              <a:rPr sz="1200" b="0">
                <a:solidFill>
                  <a:srgbClr val="222222"/>
                </a:solidFill>
                <a:latin typeface="Calibri"/>
              </a:rPr>
              <a:t>• i</a:t>
            </a:r>
          </a:p>
          <a:p>
            <a:pPr lvl="1"/>
            <a:r>
              <a:rPr sz="1200" b="0">
                <a:solidFill>
                  <a:srgbClr val="222222"/>
                </a:solidFill>
                <a:latin typeface="Calibri"/>
              </a:rPr>
              <a:t>• s</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o</a:t>
            </a:r>
          </a:p>
          <a:p>
            <a:pPr lvl="1"/>
            <a:r>
              <a:rPr sz="1200" b="0">
                <a:solidFill>
                  <a:srgbClr val="222222"/>
                </a:solidFill>
                <a:latin typeface="Calibri"/>
              </a:rPr>
              <a:t>• f</a:t>
            </a:r>
          </a:p>
          <a:p>
            <a:pPr lvl="1"/>
            <a:r>
              <a:rPr sz="1200" b="0">
                <a:solidFill>
                  <a:srgbClr val="222222"/>
                </a:solidFill>
                <a:latin typeface="Calibri"/>
              </a:rPr>
              <a:t>• t</a:t>
            </a:r>
          </a:p>
          <a:p>
            <a:pPr lvl="1"/>
            <a:r>
              <a:rPr sz="1200" b="0">
                <a:solidFill>
                  <a:srgbClr val="222222"/>
                </a:solidFill>
                <a:latin typeface="Calibri"/>
              </a:rPr>
              <a:t>• w</a:t>
            </a:r>
          </a:p>
          <a:p>
            <a:pPr lvl="1"/>
            <a:r>
              <a:rPr sz="1200" b="0">
                <a:solidFill>
                  <a:srgbClr val="222222"/>
                </a:solidFill>
                <a:latin typeface="Calibri"/>
              </a:rPr>
              <a:t>• a</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f</a:t>
            </a:r>
          </a:p>
          <a:p>
            <a:pPr lvl="1"/>
            <a:r>
              <a:rPr sz="1200" b="0">
                <a:solidFill>
                  <a:srgbClr val="222222"/>
                </a:solidFill>
                <a:latin typeface="Calibri"/>
              </a:rPr>
              <a:t>• r</a:t>
            </a:r>
          </a:p>
          <a:p>
            <a:pPr lvl="1"/>
            <a:r>
              <a:rPr sz="1200" b="0">
                <a:solidFill>
                  <a:srgbClr val="222222"/>
                </a:solidFill>
                <a:latin typeface="Calibri"/>
              </a:rPr>
              <a:t>• a</a:t>
            </a:r>
          </a:p>
          <a:p>
            <a:pPr lvl="1"/>
            <a:r>
              <a:rPr sz="1200" b="0">
                <a:solidFill>
                  <a:srgbClr val="222222"/>
                </a:solidFill>
                <a:latin typeface="Calibri"/>
              </a:rPr>
              <a:t>• s</a:t>
            </a:r>
          </a:p>
          <a:p>
            <a:pPr lvl="1"/>
            <a:r>
              <a:rPr sz="1200" b="0">
                <a:solidFill>
                  <a:srgbClr val="222222"/>
                </a:solidFill>
                <a:latin typeface="Calibri"/>
              </a:rPr>
              <a:t>• t</a:t>
            </a:r>
          </a:p>
          <a:p>
            <a:pPr lvl="1"/>
            <a:r>
              <a:rPr sz="1200" b="0">
                <a:solidFill>
                  <a:srgbClr val="222222"/>
                </a:solidFill>
                <a:latin typeface="Calibri"/>
              </a:rPr>
              <a:t>• r</a:t>
            </a:r>
          </a:p>
          <a:p>
            <a:pPr lvl="1"/>
            <a:r>
              <a:rPr sz="1200" b="0">
                <a:solidFill>
                  <a:srgbClr val="222222"/>
                </a:solidFill>
                <a:latin typeface="Calibri"/>
              </a:rPr>
              <a:t>• u</a:t>
            </a:r>
          </a:p>
          <a:p>
            <a:pPr lvl="1"/>
            <a:r>
              <a:rPr sz="1200" b="0">
                <a:solidFill>
                  <a:srgbClr val="222222"/>
                </a:solidFill>
                <a:latin typeface="Calibri"/>
              </a:rPr>
              <a:t>• c</a:t>
            </a:r>
          </a:p>
          <a:p>
            <a:pPr lvl="1"/>
            <a:r>
              <a:rPr sz="1200" b="0">
                <a:solidFill>
                  <a:srgbClr val="222222"/>
                </a:solidFill>
                <a:latin typeface="Calibri"/>
              </a:rPr>
              <a:t>• t</a:t>
            </a:r>
          </a:p>
          <a:p>
            <a:pPr lvl="1"/>
            <a:r>
              <a:rPr sz="1200" b="0">
                <a:solidFill>
                  <a:srgbClr val="222222"/>
                </a:solidFill>
                <a:latin typeface="Calibri"/>
              </a:rPr>
              <a:t>• u</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b</a:t>
            </a:r>
          </a:p>
          <a:p>
            <a:pPr lvl="1"/>
            <a:r>
              <a:rPr sz="1200" b="0">
                <a:solidFill>
                  <a:srgbClr val="222222"/>
                </a:solidFill>
                <a:latin typeface="Calibri"/>
              </a:rPr>
              <a:t>• u</a:t>
            </a:r>
          </a:p>
          <a:p>
            <a:pPr lvl="1"/>
            <a:r>
              <a:rPr sz="1200" b="0">
                <a:solidFill>
                  <a:srgbClr val="222222"/>
                </a:solidFill>
                <a:latin typeface="Calibri"/>
              </a:rPr>
              <a:t>• s</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B</a:t>
            </a:r>
          </a:p>
          <a:p>
            <a:pPr lvl="1"/>
            <a:r>
              <a:rPr sz="1200" b="0">
                <a:solidFill>
                  <a:srgbClr val="222222"/>
                </a:solidFill>
                <a:latin typeface="Calibri"/>
              </a:rPr>
              <a:t>• u</a:t>
            </a:r>
          </a:p>
          <a:p>
            <a:pPr lvl="1"/>
            <a:r>
              <a:rPr sz="1200" b="0">
                <a:solidFill>
                  <a:srgbClr val="222222"/>
                </a:solidFill>
                <a:latin typeface="Calibri"/>
              </a:rPr>
              <a:t>• i</a:t>
            </a:r>
          </a:p>
          <a:p>
            <a:pPr lvl="1"/>
            <a:r>
              <a:rPr sz="1200" b="0">
                <a:solidFill>
                  <a:srgbClr val="222222"/>
                </a:solidFill>
                <a:latin typeface="Calibri"/>
              </a:rPr>
              <a:t>• l</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Q</a:t>
            </a:r>
          </a:p>
          <a:p>
            <a:pPr lvl="1"/>
            <a:r>
              <a:rPr sz="1200" b="0">
                <a:solidFill>
                  <a:srgbClr val="222222"/>
                </a:solidFill>
                <a:latin typeface="Calibri"/>
              </a:rPr>
              <a:t>• u</a:t>
            </a:r>
          </a:p>
          <a:p>
            <a:pPr lvl="1"/>
            <a:r>
              <a:rPr sz="1200" b="0">
                <a:solidFill>
                  <a:srgbClr val="222222"/>
                </a:solidFill>
                <a:latin typeface="Calibri"/>
              </a:rPr>
              <a:t>• a</a:t>
            </a:r>
          </a:p>
          <a:p>
            <a:pPr lvl="1"/>
            <a:r>
              <a:rPr sz="1200" b="0">
                <a:solidFill>
                  <a:srgbClr val="222222"/>
                </a:solidFill>
                <a:latin typeface="Calibri"/>
              </a:rPr>
              <a:t>• l</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D</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i</a:t>
            </a:r>
          </a:p>
          <a:p>
            <a:pPr lvl="1"/>
            <a:r>
              <a:rPr sz="1200" b="0">
                <a:solidFill>
                  <a:srgbClr val="222222"/>
                </a:solidFill>
                <a:latin typeface="Calibri"/>
              </a:rPr>
              <a:t>• g</a:t>
            </a:r>
          </a:p>
          <a:p>
            <a:pPr lvl="1"/>
            <a:r>
              <a:rPr sz="1200" b="0">
                <a:solidFill>
                  <a:srgbClr val="222222"/>
                </a:solidFill>
                <a:latin typeface="Calibri"/>
              </a:rPr>
              <a:t>• n</a:t>
            </a:r>
          </a:p>
          <a:p>
            <a:pPr lvl="1"/>
            <a:r>
              <a:rPr sz="1200" b="0">
                <a:solidFill>
                  <a:srgbClr val="222222"/>
                </a:solidFill>
                <a:latin typeface="Calibri"/>
              </a:rPr>
              <a:t>• e</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f</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d</a:t>
            </a:r>
          </a:p>
          <a:p>
            <a:pPr lvl="1"/>
            <a:r>
              <a:rPr sz="1200" b="0">
                <a:solidFill>
                  <a:srgbClr val="222222"/>
                </a:solidFill>
                <a:latin typeface="Calibri"/>
              </a:rPr>
              <a:t>• u</a:t>
            </a:r>
          </a:p>
          <a:p>
            <a:pPr lvl="1"/>
            <a:r>
              <a:rPr sz="1200" b="0">
                <a:solidFill>
                  <a:srgbClr val="222222"/>
                </a:solidFill>
                <a:latin typeface="Calibri"/>
              </a:rPr>
              <a:t>• r</a:t>
            </a:r>
          </a:p>
          <a:p>
            <a:pPr lvl="1"/>
            <a:r>
              <a:rPr sz="1200" b="0">
                <a:solidFill>
                  <a:srgbClr val="222222"/>
                </a:solidFill>
                <a:latin typeface="Calibri"/>
              </a:rPr>
              <a:t>• a</a:t>
            </a:r>
          </a:p>
          <a:p>
            <a:pPr lvl="1"/>
            <a:r>
              <a:rPr sz="1200" b="0">
                <a:solidFill>
                  <a:srgbClr val="222222"/>
                </a:solidFill>
                <a:latin typeface="Calibri"/>
              </a:rPr>
              <a:t>• b</a:t>
            </a:r>
          </a:p>
          <a:p>
            <a:pPr lvl="1"/>
            <a:r>
              <a:rPr sz="1200" b="0">
                <a:solidFill>
                  <a:srgbClr val="222222"/>
                </a:solidFill>
                <a:latin typeface="Calibri"/>
              </a:rPr>
              <a:t>• i</a:t>
            </a:r>
          </a:p>
          <a:p>
            <a:pPr lvl="1"/>
            <a:r>
              <a:rPr sz="1200" b="0">
                <a:solidFill>
                  <a:srgbClr val="222222"/>
                </a:solidFill>
                <a:latin typeface="Calibri"/>
              </a:rPr>
              <a:t>• l</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s</a:t>
            </a:r>
          </a:p>
          <a:p>
            <a:pPr lvl="1"/>
            <a:r>
              <a:rPr sz="1200" b="0">
                <a:solidFill>
                  <a:srgbClr val="222222"/>
                </a:solidFill>
                <a:latin typeface="Calibri"/>
              </a:rPr>
              <a:t>• u</a:t>
            </a:r>
          </a:p>
          <a:p>
            <a:pPr lvl="1"/>
            <a:r>
              <a:rPr sz="1200" b="0">
                <a:solidFill>
                  <a:srgbClr val="222222"/>
                </a:solidFill>
                <a:latin typeface="Calibri"/>
              </a:rPr>
              <a:t>• r</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w</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s</a:t>
            </a:r>
          </a:p>
          <a:p>
            <a:pPr lvl="1"/>
            <a:r>
              <a:rPr sz="1200" b="0">
                <a:solidFill>
                  <a:srgbClr val="222222"/>
                </a:solidFill>
                <a:latin typeface="Calibri"/>
              </a:rPr>
              <a:t>• t</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d</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d</a:t>
            </a:r>
          </a:p>
          <a:p>
            <a:pPr lvl="1"/>
            <a:r>
              <a:rPr sz="1200" b="0">
                <a:solidFill>
                  <a:srgbClr val="222222"/>
                </a:solidFill>
                <a:latin typeface="Calibri"/>
              </a:rPr>
              <a:t>• a</a:t>
            </a:r>
          </a:p>
          <a:p>
            <a:pPr lvl="1"/>
            <a:r>
              <a:rPr sz="1200" b="0">
                <a:solidFill>
                  <a:srgbClr val="222222"/>
                </a:solidFill>
                <a:latin typeface="Calibri"/>
              </a:rPr>
              <a:t>• i</a:t>
            </a:r>
          </a:p>
          <a:p>
            <a:pPr lvl="1"/>
            <a:r>
              <a:rPr sz="1200" b="0">
                <a:solidFill>
                  <a:srgbClr val="222222"/>
                </a:solidFill>
                <a:latin typeface="Calibri"/>
              </a:rPr>
              <a:t>• l</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w</a:t>
            </a:r>
          </a:p>
          <a:p>
            <a:pPr lvl="1"/>
            <a:r>
              <a:rPr sz="1200" b="0">
                <a:solidFill>
                  <a:srgbClr val="222222"/>
                </a:solidFill>
                <a:latin typeface="Calibri"/>
              </a:rPr>
              <a:t>• e</a:t>
            </a:r>
          </a:p>
          <a:p>
            <a:pPr lvl="1"/>
            <a:r>
              <a:rPr sz="1200" b="0">
                <a:solidFill>
                  <a:srgbClr val="222222"/>
                </a:solidFill>
                <a:latin typeface="Calibri"/>
              </a:rPr>
              <a:t>• a</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e</a:t>
            </a:r>
          </a:p>
          <a:p>
            <a:pPr lvl="1"/>
            <a:r>
              <a:rPr sz="1200" b="0">
                <a:solidFill>
                  <a:srgbClr val="222222"/>
                </a:solidFill>
                <a:latin typeface="Calibri"/>
              </a:rPr>
              <a:t>• a</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w</a:t>
            </a:r>
          </a:p>
          <a:p>
            <a:pPr lvl="1"/>
            <a:r>
              <a:rPr sz="1200" b="0">
                <a:solidFill>
                  <a:srgbClr val="222222"/>
                </a:solidFill>
                <a:latin typeface="Calibri"/>
              </a:rPr>
              <a:t>• h</a:t>
            </a:r>
          </a:p>
          <a:p>
            <a:pPr lvl="1"/>
            <a:r>
              <a:rPr sz="1200" b="0">
                <a:solidFill>
                  <a:srgbClr val="222222"/>
                </a:solidFill>
                <a:latin typeface="Calibri"/>
              </a:rPr>
              <a:t>• i</a:t>
            </a:r>
          </a:p>
          <a:p>
            <a:pPr lvl="1"/>
            <a:r>
              <a:rPr sz="1200" b="0">
                <a:solidFill>
                  <a:srgbClr val="222222"/>
                </a:solidFill>
                <a:latin typeface="Calibri"/>
              </a:rPr>
              <a:t>• l</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l</a:t>
            </a:r>
          </a:p>
          <a:p>
            <a:pPr lvl="1"/>
            <a:r>
              <a:rPr sz="1200" b="0">
                <a:solidFill>
                  <a:srgbClr val="222222"/>
                </a:solidFill>
                <a:latin typeface="Calibri"/>
              </a:rPr>
              <a:t>• o</a:t>
            </a:r>
          </a:p>
          <a:p>
            <a:pPr lvl="1"/>
            <a:r>
              <a:rPr sz="1200" b="0">
                <a:solidFill>
                  <a:srgbClr val="222222"/>
                </a:solidFill>
                <a:latin typeface="Calibri"/>
              </a:rPr>
              <a:t>• o</a:t>
            </a:r>
          </a:p>
          <a:p>
            <a:pPr lvl="1"/>
            <a:r>
              <a:rPr sz="1200" b="0">
                <a:solidFill>
                  <a:srgbClr val="222222"/>
                </a:solidFill>
                <a:latin typeface="Calibri"/>
              </a:rPr>
              <a:t>• k</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f</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s</a:t>
            </a:r>
          </a:p>
          <a:p>
            <a:pPr lvl="1"/>
            <a:r>
              <a:rPr sz="1200" b="0">
                <a:solidFill>
                  <a:srgbClr val="222222"/>
                </a:solidFill>
                <a:latin typeface="Calibri"/>
              </a:rPr>
              <a:t>• i</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a</a:t>
            </a:r>
          </a:p>
          <a:p>
            <a:pPr lvl="1"/>
            <a:r>
              <a:rPr sz="1200" b="0">
                <a:solidFill>
                  <a:srgbClr val="222222"/>
                </a:solidFill>
                <a:latin typeface="Calibri"/>
              </a:rPr>
              <a:t>• l</a:t>
            </a:r>
          </a:p>
          <a:p>
            <a:pPr lvl="1"/>
            <a:r>
              <a:rPr sz="1200" b="0">
                <a:solidFill>
                  <a:srgbClr val="222222"/>
                </a:solidFill>
                <a:latin typeface="Calibri"/>
              </a:rPr>
              <a:t>•  </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b</a:t>
            </a:r>
          </a:p>
          <a:p>
            <a:pPr lvl="1"/>
            <a:r>
              <a:rPr sz="1200" b="0">
                <a:solidFill>
                  <a:srgbClr val="222222"/>
                </a:solidFill>
                <a:latin typeface="Calibri"/>
              </a:rPr>
              <a:t>• u</a:t>
            </a:r>
          </a:p>
          <a:p>
            <a:pPr lvl="1"/>
            <a:r>
              <a:rPr sz="1200" b="0">
                <a:solidFill>
                  <a:srgbClr val="222222"/>
                </a:solidFill>
                <a:latin typeface="Calibri"/>
              </a:rPr>
              <a:t>• s</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e</a:t>
            </a:r>
          </a:p>
          <a:p>
            <a:pPr lvl="1"/>
            <a:r>
              <a:rPr sz="1200" b="0">
                <a:solidFill>
                  <a:srgbClr val="222222"/>
                </a:solidFill>
                <a:latin typeface="Calibri"/>
              </a:rPr>
              <a:t>• t</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M</a:t>
            </a:r>
          </a:p>
          <a:p>
            <a:pPr lvl="1"/>
            <a:r>
              <a:rPr sz="1200" b="0">
                <a:solidFill>
                  <a:srgbClr val="222222"/>
                </a:solidFill>
                <a:latin typeface="Calibri"/>
              </a:rPr>
              <a:t>• e</a:t>
            </a:r>
          </a:p>
          <a:p>
            <a:pPr lvl="1"/>
            <a:r>
              <a:rPr sz="1200" b="0">
                <a:solidFill>
                  <a:srgbClr val="222222"/>
                </a:solidFill>
                <a:latin typeface="Calibri"/>
              </a:rPr>
              <a:t>• m</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G</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w</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o</a:t>
            </a:r>
          </a:p>
          <a:p>
            <a:pPr lvl="1"/>
            <a:r>
              <a:rPr sz="1200" b="0">
                <a:solidFill>
                  <a:srgbClr val="222222"/>
                </a:solidFill>
                <a:latin typeface="Calibri"/>
              </a:rPr>
              <a:t>• t</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a</a:t>
            </a:r>
          </a:p>
          <a:p>
            <a:pPr lvl="1"/>
            <a:r>
              <a:rPr sz="1200" b="0">
                <a:solidFill>
                  <a:srgbClr val="222222"/>
                </a:solidFill>
                <a:latin typeface="Calibri"/>
              </a:rPr>
              <a:t>• l</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U</a:t>
            </a:r>
          </a:p>
          <a:p>
            <a:pPr lvl="1"/>
            <a:r>
              <a:rPr sz="1200" b="0">
                <a:solidFill>
                  <a:srgbClr val="222222"/>
                </a:solidFill>
                <a:latin typeface="Calibri"/>
              </a:rPr>
              <a:t>• p</a:t>
            </a:r>
          </a:p>
          <a:p>
            <a:pPr lvl="1"/>
            <a:r>
              <a:rPr sz="1200" b="0">
                <a:solidFill>
                  <a:srgbClr val="222222"/>
                </a:solidFill>
                <a:latin typeface="Calibri"/>
              </a:rPr>
              <a:t>• g</a:t>
            </a:r>
          </a:p>
          <a:p>
            <a:pPr lvl="1"/>
            <a:r>
              <a:rPr sz="1200" b="0">
                <a:solidFill>
                  <a:srgbClr val="222222"/>
                </a:solidFill>
                <a:latin typeface="Calibri"/>
              </a:rPr>
              <a:t>• r</a:t>
            </a:r>
          </a:p>
          <a:p>
            <a:pPr lvl="1"/>
            <a:r>
              <a:rPr sz="1200" b="0">
                <a:solidFill>
                  <a:srgbClr val="222222"/>
                </a:solidFill>
                <a:latin typeface="Calibri"/>
              </a:rPr>
              <a:t>• a</a:t>
            </a:r>
          </a:p>
          <a:p>
            <a:pPr lvl="1"/>
            <a:r>
              <a:rPr sz="1200" b="0">
                <a:solidFill>
                  <a:srgbClr val="222222"/>
                </a:solidFill>
                <a:latin typeface="Calibri"/>
              </a:rPr>
              <a:t>• d</a:t>
            </a:r>
          </a:p>
          <a:p>
            <a:pPr lvl="1"/>
            <a:r>
              <a:rPr sz="1200" b="0">
                <a:solidFill>
                  <a:srgbClr val="222222"/>
                </a:solidFill>
                <a:latin typeface="Calibri"/>
              </a:rPr>
              <a:t>• e</a:t>
            </a:r>
          </a:p>
          <a:p>
            <a:pPr lvl="1"/>
            <a:r>
              <a:rPr sz="1200" b="0">
                <a:solidFill>
                  <a:srgbClr val="222222"/>
                </a:solidFill>
                <a:latin typeface="Calibri"/>
              </a:rPr>
              <a:t>• a</a:t>
            </a:r>
          </a:p>
          <a:p>
            <a:pPr lvl="1"/>
            <a:r>
              <a:rPr sz="1200" b="0">
                <a:solidFill>
                  <a:srgbClr val="222222"/>
                </a:solidFill>
                <a:latin typeface="Calibri"/>
              </a:rPr>
              <a:t>• b</a:t>
            </a:r>
          </a:p>
          <a:p>
            <a:pPr lvl="1"/>
            <a:r>
              <a:rPr sz="1200" b="0">
                <a:solidFill>
                  <a:srgbClr val="222222"/>
                </a:solidFill>
                <a:latin typeface="Calibri"/>
              </a:rPr>
              <a:t>• l</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R</a:t>
            </a:r>
          </a:p>
          <a:p>
            <a:pPr lvl="1"/>
            <a:r>
              <a:rPr sz="1200" b="0">
                <a:solidFill>
                  <a:srgbClr val="222222"/>
                </a:solidFill>
                <a:latin typeface="Calibri"/>
              </a:rPr>
              <a:t>• A</a:t>
            </a:r>
          </a:p>
          <a:p>
            <a:pPr lvl="1"/>
            <a:r>
              <a:rPr sz="1200" b="0">
                <a:solidFill>
                  <a:srgbClr val="222222"/>
                </a:solidFill>
                <a:latin typeface="Calibri"/>
              </a:rPr>
              <a:t>• M</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l</a:t>
            </a:r>
          </a:p>
          <a:p>
            <a:pPr lvl="1"/>
            <a:r>
              <a:rPr sz="1200" b="0">
                <a:solidFill>
                  <a:srgbClr val="222222"/>
                </a:solidFill>
                <a:latin typeface="Calibri"/>
              </a:rPr>
              <a:t>• l</a:t>
            </a:r>
          </a:p>
          <a:p>
            <a:pPr lvl="1"/>
            <a:r>
              <a:rPr sz="1200" b="0">
                <a:solidFill>
                  <a:srgbClr val="222222"/>
                </a:solidFill>
                <a:latin typeface="Calibri"/>
              </a:rPr>
              <a:t>• o</a:t>
            </a:r>
          </a:p>
          <a:p>
            <a:pPr lvl="1"/>
            <a:r>
              <a:rPr sz="1200" b="0">
                <a:solidFill>
                  <a:srgbClr val="222222"/>
                </a:solidFill>
                <a:latin typeface="Calibri"/>
              </a:rPr>
              <a:t>• w</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n</a:t>
            </a:r>
          </a:p>
          <a:p>
            <a:pPr lvl="1"/>
            <a:r>
              <a:rPr sz="1200" b="0">
                <a:solidFill>
                  <a:srgbClr val="222222"/>
                </a:solidFill>
                <a:latin typeface="Calibri"/>
              </a:rPr>
              <a:t>• o</a:t>
            </a:r>
          </a:p>
          <a:p>
            <a:pPr lvl="1"/>
            <a:r>
              <a:rPr sz="1200" b="0">
                <a:solidFill>
                  <a:srgbClr val="222222"/>
                </a:solidFill>
                <a:latin typeface="Calibri"/>
              </a:rPr>
              <a:t>• t</a:t>
            </a:r>
          </a:p>
          <a:p>
            <a:pPr lvl="1"/>
            <a:r>
              <a:rPr sz="1200" b="0">
                <a:solidFill>
                  <a:srgbClr val="222222"/>
                </a:solidFill>
                <a:latin typeface="Calibri"/>
              </a:rPr>
              <a:t>• e</a:t>
            </a:r>
          </a:p>
          <a:p>
            <a:pPr lvl="1"/>
            <a:r>
              <a:rPr sz="1200" b="0">
                <a:solidFill>
                  <a:srgbClr val="222222"/>
                </a:solidFill>
                <a:latin typeface="Calibri"/>
              </a:rPr>
              <a:t>• b</a:t>
            </a:r>
          </a:p>
          <a:p>
            <a:pPr lvl="1"/>
            <a:r>
              <a:rPr sz="1200" b="0">
                <a:solidFill>
                  <a:srgbClr val="222222"/>
                </a:solidFill>
                <a:latin typeface="Calibri"/>
              </a:rPr>
              <a:t>• o</a:t>
            </a:r>
          </a:p>
          <a:p>
            <a:pPr lvl="1"/>
            <a:r>
              <a:rPr sz="1200" b="0">
                <a:solidFill>
                  <a:srgbClr val="222222"/>
                </a:solidFill>
                <a:latin typeface="Calibri"/>
              </a:rPr>
              <a:t>• o</a:t>
            </a:r>
          </a:p>
          <a:p>
            <a:pPr lvl="1"/>
            <a:r>
              <a:rPr sz="1200" b="0">
                <a:solidFill>
                  <a:srgbClr val="222222"/>
                </a:solidFill>
                <a:latin typeface="Calibri"/>
              </a:rPr>
              <a:t>• k</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o</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d</a:t>
            </a:r>
          </a:p>
          <a:p>
            <a:pPr lvl="1"/>
            <a:r>
              <a:rPr sz="1200" b="0">
                <a:solidFill>
                  <a:srgbClr val="222222"/>
                </a:solidFill>
                <a:latin typeface="Calibri"/>
              </a:rPr>
              <a:t>• a</a:t>
            </a:r>
          </a:p>
          <a:p>
            <a:pPr lvl="1"/>
            <a:r>
              <a:rPr sz="1200" b="0">
                <a:solidFill>
                  <a:srgbClr val="222222"/>
                </a:solidFill>
                <a:latin typeface="Calibri"/>
              </a:rPr>
              <a:t>• p</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o</a:t>
            </a:r>
          </a:p>
          <a:p>
            <a:pPr lvl="1"/>
            <a:r>
              <a:rPr sz="1200" b="0">
                <a:solidFill>
                  <a:srgbClr val="222222"/>
                </a:solidFill>
                <a:latin typeface="Calibri"/>
              </a:rPr>
              <a:t>•  </a:t>
            </a:r>
          </a:p>
          <a:p>
            <a:pPr lvl="1"/>
            <a:r>
              <a:rPr sz="1200" b="0">
                <a:solidFill>
                  <a:srgbClr val="222222"/>
                </a:solidFill>
                <a:latin typeface="Calibri"/>
              </a:rPr>
              <a:t>• y</a:t>
            </a:r>
          </a:p>
          <a:p>
            <a:pPr lvl="1"/>
            <a:r>
              <a:rPr sz="1200" b="0">
                <a:solidFill>
                  <a:srgbClr val="222222"/>
                </a:solidFill>
                <a:latin typeface="Calibri"/>
              </a:rPr>
              <a:t>• o</a:t>
            </a:r>
          </a:p>
          <a:p>
            <a:pPr lvl="1"/>
            <a:r>
              <a:rPr sz="1200" b="0">
                <a:solidFill>
                  <a:srgbClr val="222222"/>
                </a:solidFill>
                <a:latin typeface="Calibri"/>
              </a:rPr>
              <a:t>• u</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g</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w</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b</a:t>
            </a:r>
          </a:p>
          <a:p>
            <a:pPr lvl="1"/>
            <a:r>
              <a:rPr sz="1200" b="0">
                <a:solidFill>
                  <a:srgbClr val="222222"/>
                </a:solidFill>
                <a:latin typeface="Calibri"/>
              </a:rPr>
              <a:t>• u</a:t>
            </a:r>
          </a:p>
          <a:p>
            <a:pPr lvl="1"/>
            <a:r>
              <a:rPr sz="1200" b="0">
                <a:solidFill>
                  <a:srgbClr val="222222"/>
                </a:solidFill>
                <a:latin typeface="Calibri"/>
              </a:rPr>
              <a:t>• s</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d</a:t>
            </a:r>
          </a:p>
          <a:p>
            <a:pPr lvl="1"/>
            <a:r>
              <a:rPr sz="1200" b="0">
                <a:solidFill>
                  <a:srgbClr val="222222"/>
                </a:solidFill>
                <a:latin typeface="Calibri"/>
              </a:rPr>
              <a:t>• e</a:t>
            </a:r>
          </a:p>
          <a:p>
            <a:pPr lvl="1"/>
            <a:r>
              <a:rPr sz="1200" b="0">
                <a:solidFill>
                  <a:srgbClr val="222222"/>
                </a:solidFill>
                <a:latin typeface="Calibri"/>
              </a:rPr>
              <a:t>• m</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d</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e</a:t>
            </a:r>
          </a:p>
          <a:p>
            <a:pPr lvl="1"/>
            <a:r>
              <a:rPr sz="1200" b="0">
                <a:solidFill>
                  <a:srgbClr val="222222"/>
                </a:solidFill>
                <a:latin typeface="Calibri"/>
              </a:rPr>
              <a:t>• a</a:t>
            </a:r>
          </a:p>
          <a:p>
            <a:pPr lvl="1"/>
            <a:r>
              <a:rPr sz="1200" b="0">
                <a:solidFill>
                  <a:srgbClr val="222222"/>
                </a:solidFill>
                <a:latin typeface="Calibri"/>
              </a:rPr>
              <a:t>• m</a:t>
            </a:r>
          </a:p>
          <a:p>
            <a:pPr lvl="1"/>
            <a:r>
              <a:rPr sz="1200" b="0">
                <a:solidFill>
                  <a:srgbClr val="222222"/>
                </a:solidFill>
                <a:latin typeface="Calibri"/>
              </a:rPr>
              <a:t>• l</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s</a:t>
            </a:r>
          </a:p>
          <a:p>
            <a:pPr lvl="1"/>
            <a:r>
              <a:rPr sz="1200" b="0">
                <a:solidFill>
                  <a:srgbClr val="222222"/>
                </a:solidFill>
                <a:latin typeface="Calibri"/>
              </a:rPr>
              <a:t>• l</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e</a:t>
            </a:r>
          </a:p>
          <a:p>
            <a:pPr lvl="1"/>
            <a:r>
              <a:rPr sz="1200" b="0">
                <a:solidFill>
                  <a:srgbClr val="222222"/>
                </a:solidFill>
                <a:latin typeface="Calibri"/>
              </a:rPr>
              <a:t>• c</a:t>
            </a:r>
          </a:p>
          <a:p>
            <a:pPr lvl="1"/>
            <a:r>
              <a:rPr sz="1200" b="0">
                <a:solidFill>
                  <a:srgbClr val="222222"/>
                </a:solidFill>
                <a:latin typeface="Calibri"/>
              </a:rPr>
              <a:t>• u</a:t>
            </a:r>
          </a:p>
          <a:p>
            <a:pPr lvl="1"/>
            <a:r>
              <a:rPr sz="1200" b="0">
                <a:solidFill>
                  <a:srgbClr val="222222"/>
                </a:solidFill>
                <a:latin typeface="Calibri"/>
              </a:rPr>
              <a:t>• r</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y</a:t>
            </a:r>
          </a:p>
          <a:p>
            <a:pPr lvl="1"/>
            <a:r>
              <a:rPr sz="1200" b="0">
                <a:solidFill>
                  <a:srgbClr val="222222"/>
                </a:solidFill>
                <a:latin typeface="Calibri"/>
              </a:rPr>
              <a:t>• o</a:t>
            </a:r>
          </a:p>
          <a:p>
            <a:pPr lvl="1"/>
            <a:r>
              <a:rPr sz="1200" b="0">
                <a:solidFill>
                  <a:srgbClr val="222222"/>
                </a:solidFill>
                <a:latin typeface="Calibri"/>
              </a:rPr>
              <a:t>• u</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v</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t</a:t>
            </a:r>
          </a:p>
          <a:p>
            <a:pPr lvl="1"/>
            <a:r>
              <a:rPr sz="1200" b="0">
                <a:solidFill>
                  <a:srgbClr val="222222"/>
                </a:solidFill>
                <a:latin typeface="Calibri"/>
              </a:rPr>
              <a:t>• m</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l</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h</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c</a:t>
            </a:r>
          </a:p>
          <a:p>
            <a:pPr lvl="1"/>
            <a:r>
              <a:rPr sz="1200" b="0">
                <a:solidFill>
                  <a:srgbClr val="222222"/>
                </a:solidFill>
                <a:latin typeface="Calibri"/>
              </a:rPr>
              <a:t>• e</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u</a:t>
            </a:r>
          </a:p>
          <a:p>
            <a:pPr lvl="1"/>
            <a:r>
              <a:rPr sz="1200" b="0">
                <a:solidFill>
                  <a:srgbClr val="222222"/>
                </a:solidFill>
                <a:latin typeface="Calibri"/>
              </a:rPr>
              <a:t>• p</a:t>
            </a:r>
          </a:p>
          <a:p>
            <a:pPr lvl="1"/>
            <a:r>
              <a:rPr sz="1200" b="0">
                <a:solidFill>
                  <a:srgbClr val="222222"/>
                </a:solidFill>
                <a:latin typeface="Calibri"/>
              </a:rPr>
              <a:t>• p</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F</a:t>
            </a:r>
          </a:p>
          <a:p>
            <a:pPr lvl="1"/>
            <a:r>
              <a:rPr sz="1200" b="0">
                <a:solidFill>
                  <a:srgbClr val="222222"/>
                </a:solidFill>
                <a:latin typeface="Calibri"/>
              </a:rPr>
              <a:t>• e</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u</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c</a:t>
            </a:r>
          </a:p>
          <a:p>
            <a:pPr lvl="1"/>
            <a:r>
              <a:rPr sz="1200" b="0">
                <a:solidFill>
                  <a:srgbClr val="222222"/>
                </a:solidFill>
                <a:latin typeface="Calibri"/>
              </a:rPr>
              <a:t>• l</a:t>
            </a:r>
          </a:p>
          <a:p>
            <a:pPr lvl="1"/>
            <a:r>
              <a:rPr sz="1200" b="0">
                <a:solidFill>
                  <a:srgbClr val="222222"/>
                </a:solidFill>
                <a:latin typeface="Calibri"/>
              </a:rPr>
              <a:t>• u</a:t>
            </a:r>
          </a:p>
          <a:p>
            <a:pPr lvl="1"/>
            <a:r>
              <a:rPr sz="1200" b="0">
                <a:solidFill>
                  <a:srgbClr val="222222"/>
                </a:solidFill>
                <a:latin typeface="Calibri"/>
              </a:rPr>
              <a:t>• s</a:t>
            </a:r>
          </a:p>
          <a:p>
            <a:pPr lvl="1"/>
            <a:r>
              <a:rPr sz="1200" b="0">
                <a:solidFill>
                  <a:srgbClr val="222222"/>
                </a:solidFill>
                <a:latin typeface="Calibri"/>
              </a:rPr>
              <a:t>• i</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f</a:t>
            </a:r>
          </a:p>
          <a:p>
            <a:pPr lvl="1"/>
            <a:r>
              <a:rPr sz="1200" b="0">
                <a:solidFill>
                  <a:srgbClr val="222222"/>
                </a:solidFill>
                <a:latin typeface="Calibri"/>
              </a:rPr>
              <a:t>•  </a:t>
            </a:r>
          </a:p>
          <a:p>
            <a:pPr lvl="1"/>
            <a:r>
              <a:rPr sz="1200" b="0">
                <a:solidFill>
                  <a:srgbClr val="222222"/>
                </a:solidFill>
                <a:latin typeface="Calibri"/>
              </a:rPr>
              <a:t>• H</a:t>
            </a:r>
          </a:p>
          <a:p>
            <a:pPr lvl="1"/>
            <a:r>
              <a:rPr sz="1200" b="0">
                <a:solidFill>
                  <a:srgbClr val="222222"/>
                </a:solidFill>
                <a:latin typeface="Calibri"/>
              </a:rPr>
              <a:t>• P</a:t>
            </a:r>
          </a:p>
          <a:p>
            <a:pPr lvl="1"/>
            <a:r>
              <a:rPr sz="1200" b="0">
                <a:solidFill>
                  <a:srgbClr val="222222"/>
                </a:solidFill>
                <a:latin typeface="Calibri"/>
              </a:rPr>
              <a:t>•  </a:t>
            </a:r>
          </a:p>
          <a:p>
            <a:pPr lvl="1"/>
            <a:r>
              <a:rPr sz="1200" b="0">
                <a:solidFill>
                  <a:srgbClr val="222222"/>
                </a:solidFill>
                <a:latin typeface="Calibri"/>
              </a:rPr>
              <a:t>• F</a:t>
            </a:r>
          </a:p>
          <a:p>
            <a:pPr lvl="1"/>
            <a:r>
              <a:rPr sz="1200" b="0">
                <a:solidFill>
                  <a:srgbClr val="222222"/>
                </a:solidFill>
                <a:latin typeface="Calibri"/>
              </a:rPr>
              <a:t>• a</a:t>
            </a:r>
          </a:p>
          <a:p>
            <a:pPr lvl="1"/>
            <a:r>
              <a:rPr sz="1200" b="0">
                <a:solidFill>
                  <a:srgbClr val="222222"/>
                </a:solidFill>
                <a:latin typeface="Calibri"/>
              </a:rPr>
              <a:t>• s</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C</a:t>
            </a:r>
          </a:p>
          <a:p>
            <a:pPr lvl="1"/>
            <a:r>
              <a:rPr sz="1200" b="0">
                <a:solidFill>
                  <a:srgbClr val="222222"/>
                </a:solidFill>
                <a:latin typeface="Calibri"/>
              </a:rPr>
              <a:t>• h</a:t>
            </a:r>
          </a:p>
          <a:p>
            <a:pPr lvl="1"/>
            <a:r>
              <a:rPr sz="1200" b="0">
                <a:solidFill>
                  <a:srgbClr val="222222"/>
                </a:solidFill>
                <a:latin typeface="Calibri"/>
              </a:rPr>
              <a:t>• a</a:t>
            </a:r>
          </a:p>
          <a:p>
            <a:pPr lvl="1"/>
            <a:r>
              <a:rPr sz="1200" b="0">
                <a:solidFill>
                  <a:srgbClr val="222222"/>
                </a:solidFill>
                <a:latin typeface="Calibri"/>
              </a:rPr>
              <a:t>• r</a:t>
            </a:r>
          </a:p>
          <a:p>
            <a:pPr lvl="1"/>
            <a:r>
              <a:rPr sz="1200" b="0">
                <a:solidFill>
                  <a:srgbClr val="222222"/>
                </a:solidFill>
                <a:latin typeface="Calibri"/>
              </a:rPr>
              <a:t>• g</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e</a:t>
            </a:r>
          </a:p>
          <a:p>
            <a:pPr lvl="1"/>
            <a:r>
              <a:rPr sz="1200" b="0">
                <a:solidFill>
                  <a:srgbClr val="222222"/>
                </a:solidFill>
                <a:latin typeface="Calibri"/>
              </a:rPr>
              <a:t>• c</a:t>
            </a:r>
          </a:p>
          <a:p>
            <a:pPr lvl="1"/>
            <a:r>
              <a:rPr sz="1200" b="0">
                <a:solidFill>
                  <a:srgbClr val="222222"/>
                </a:solidFill>
                <a:latin typeface="Calibri"/>
              </a:rPr>
              <a:t>• h</a:t>
            </a:r>
          </a:p>
          <a:p>
            <a:pPr lvl="1"/>
            <a:r>
              <a:rPr sz="1200" b="0">
                <a:solidFill>
                  <a:srgbClr val="222222"/>
                </a:solidFill>
                <a:latin typeface="Calibri"/>
              </a:rPr>
              <a:t>• n</a:t>
            </a:r>
          </a:p>
          <a:p>
            <a:pPr lvl="1"/>
            <a:r>
              <a:rPr sz="1200" b="0">
                <a:solidFill>
                  <a:srgbClr val="222222"/>
                </a:solidFill>
                <a:latin typeface="Calibri"/>
              </a:rPr>
              <a:t>• o</a:t>
            </a:r>
          </a:p>
          <a:p>
            <a:pPr lvl="1"/>
            <a:r>
              <a:rPr sz="1200" b="0">
                <a:solidFill>
                  <a:srgbClr val="222222"/>
                </a:solidFill>
                <a:latin typeface="Calibri"/>
              </a:rPr>
              <a:t>• l</a:t>
            </a:r>
          </a:p>
          <a:p>
            <a:pPr lvl="1"/>
            <a:r>
              <a:rPr sz="1200" b="0">
                <a:solidFill>
                  <a:srgbClr val="222222"/>
                </a:solidFill>
                <a:latin typeface="Calibri"/>
              </a:rPr>
              <a:t>• o</a:t>
            </a:r>
          </a:p>
          <a:p>
            <a:pPr lvl="1"/>
            <a:r>
              <a:rPr sz="1200" b="0">
                <a:solidFill>
                  <a:srgbClr val="222222"/>
                </a:solidFill>
                <a:latin typeface="Calibri"/>
              </a:rPr>
              <a:t>• g</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l</a:t>
            </a:r>
          </a:p>
          <a:p>
            <a:pPr lvl="1"/>
            <a:r>
              <a:rPr sz="1200" b="0">
                <a:solidFill>
                  <a:srgbClr val="222222"/>
                </a:solidFill>
                <a:latin typeface="Calibri"/>
              </a:rPr>
              <a:t>• l</a:t>
            </a:r>
          </a:p>
          <a:p>
            <a:pPr lvl="1"/>
            <a:r>
              <a:rPr sz="1200" b="0">
                <a:solidFill>
                  <a:srgbClr val="222222"/>
                </a:solidFill>
                <a:latin typeface="Calibri"/>
              </a:rPr>
              <a:t>• o</a:t>
            </a:r>
          </a:p>
          <a:p>
            <a:pPr lvl="1"/>
            <a:r>
              <a:rPr sz="1200" b="0">
                <a:solidFill>
                  <a:srgbClr val="222222"/>
                </a:solidFill>
                <a:latin typeface="Calibri"/>
              </a:rPr>
              <a:t>• w</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f</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f</a:t>
            </a:r>
          </a:p>
          <a:p>
            <a:pPr lvl="1"/>
            <a:r>
              <a:rPr sz="1200" b="0">
                <a:solidFill>
                  <a:srgbClr val="222222"/>
                </a:solidFill>
                <a:latin typeface="Calibri"/>
              </a:rPr>
              <a:t>• f</a:t>
            </a:r>
          </a:p>
          <a:p>
            <a:pPr lvl="1"/>
            <a:r>
              <a:rPr sz="1200" b="0">
                <a:solidFill>
                  <a:srgbClr val="222222"/>
                </a:solidFill>
                <a:latin typeface="Calibri"/>
              </a:rPr>
              <a:t>• i</a:t>
            </a:r>
          </a:p>
          <a:p>
            <a:pPr lvl="1"/>
            <a:r>
              <a:rPr sz="1200" b="0">
                <a:solidFill>
                  <a:srgbClr val="222222"/>
                </a:solidFill>
                <a:latin typeface="Calibri"/>
              </a:rPr>
              <a:t>• c</a:t>
            </a:r>
          </a:p>
          <a:p>
            <a:pPr lvl="1"/>
            <a:r>
              <a:rPr sz="1200" b="0">
                <a:solidFill>
                  <a:srgbClr val="222222"/>
                </a:solidFill>
                <a:latin typeface="Calibri"/>
              </a:rPr>
              <a:t>• i</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c</a:t>
            </a:r>
          </a:p>
          <a:p>
            <a:pPr lvl="1"/>
            <a:r>
              <a:rPr sz="1200" b="0">
                <a:solidFill>
                  <a:srgbClr val="222222"/>
                </a:solidFill>
                <a:latin typeface="Calibri"/>
              </a:rPr>
              <a:t>• h</a:t>
            </a:r>
          </a:p>
          <a:p>
            <a:pPr lvl="1"/>
            <a:r>
              <a:rPr sz="1200" b="0">
                <a:solidFill>
                  <a:srgbClr val="222222"/>
                </a:solidFill>
                <a:latin typeface="Calibri"/>
              </a:rPr>
              <a:t>• a</a:t>
            </a:r>
          </a:p>
          <a:p>
            <a:pPr lvl="1"/>
            <a:r>
              <a:rPr sz="1200" b="0">
                <a:solidFill>
                  <a:srgbClr val="222222"/>
                </a:solidFill>
                <a:latin typeface="Calibri"/>
              </a:rPr>
              <a:t>• r</a:t>
            </a:r>
          </a:p>
          <a:p>
            <a:pPr lvl="1"/>
            <a:r>
              <a:rPr sz="1200" b="0">
                <a:solidFill>
                  <a:srgbClr val="222222"/>
                </a:solidFill>
                <a:latin typeface="Calibri"/>
              </a:rPr>
              <a:t>• g</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m</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i</a:t>
            </a:r>
          </a:p>
          <a:p>
            <a:pPr lvl="1"/>
            <a:r>
              <a:rPr sz="1200" b="0">
                <a:solidFill>
                  <a:srgbClr val="222222"/>
                </a:solidFill>
                <a:latin typeface="Calibri"/>
              </a:rPr>
              <a:t>• m</a:t>
            </a:r>
          </a:p>
          <a:p>
            <a:pPr lvl="1"/>
            <a:r>
              <a:rPr sz="1200" b="0">
                <a:solidFill>
                  <a:srgbClr val="222222"/>
                </a:solidFill>
                <a:latin typeface="Calibri"/>
              </a:rPr>
              <a:t>• i</a:t>
            </a:r>
          </a:p>
          <a:p>
            <a:pPr lvl="1"/>
            <a:r>
              <a:rPr sz="1200" b="0">
                <a:solidFill>
                  <a:srgbClr val="222222"/>
                </a:solidFill>
                <a:latin typeface="Calibri"/>
              </a:rPr>
              <a:t>• z</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d</a:t>
            </a:r>
          </a:p>
          <a:p>
            <a:pPr lvl="1"/>
            <a:r>
              <a:rPr sz="1200" b="0">
                <a:solidFill>
                  <a:srgbClr val="222222"/>
                </a:solidFill>
                <a:latin typeface="Calibri"/>
              </a:rPr>
              <a:t>• o</a:t>
            </a:r>
          </a:p>
          <a:p>
            <a:pPr lvl="1"/>
            <a:r>
              <a:rPr sz="1200" b="0">
                <a:solidFill>
                  <a:srgbClr val="222222"/>
                </a:solidFill>
                <a:latin typeface="Calibri"/>
              </a:rPr>
              <a:t>• w</a:t>
            </a:r>
          </a:p>
          <a:p>
            <a:pPr lvl="1"/>
            <a:r>
              <a:rPr sz="1200" b="0">
                <a:solidFill>
                  <a:srgbClr val="222222"/>
                </a:solidFill>
                <a:latin typeface="Calibri"/>
              </a:rPr>
              <a:t>• n</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m</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k</a:t>
            </a:r>
          </a:p>
          <a:p>
            <a:pPr lvl="1"/>
            <a:r>
              <a:rPr sz="1200" b="0">
                <a:solidFill>
                  <a:srgbClr val="222222"/>
                </a:solidFill>
                <a:latin typeface="Calibri"/>
              </a:rPr>
              <a:t>• e</a:t>
            </a:r>
          </a:p>
          <a:p>
            <a:pPr lvl="1"/>
            <a:r>
              <a:rPr sz="1200" b="0">
                <a:solidFill>
                  <a:srgbClr val="222222"/>
                </a:solidFill>
                <a:latin typeface="Calibri"/>
              </a:rPr>
              <a:t>• e</a:t>
            </a:r>
          </a:p>
          <a:p>
            <a:pPr lvl="1"/>
            <a:r>
              <a:rPr sz="1200" b="0">
                <a:solidFill>
                  <a:srgbClr val="222222"/>
                </a:solidFill>
                <a:latin typeface="Calibri"/>
              </a:rPr>
              <a:t>• p</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y</a:t>
            </a:r>
          </a:p>
          <a:p>
            <a:pPr lvl="1"/>
            <a:r>
              <a:rPr sz="1200" b="0">
                <a:solidFill>
                  <a:srgbClr val="222222"/>
                </a:solidFill>
                <a:latin typeface="Calibri"/>
              </a:rPr>
              <a:t>• o</a:t>
            </a:r>
          </a:p>
          <a:p>
            <a:pPr lvl="1"/>
            <a:r>
              <a:rPr sz="1200" b="0">
                <a:solidFill>
                  <a:srgbClr val="222222"/>
                </a:solidFill>
                <a:latin typeface="Calibri"/>
              </a:rPr>
              <a:t>• u</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e</a:t>
            </a:r>
          </a:p>
          <a:p>
            <a:pPr lvl="1"/>
            <a:r>
              <a:rPr sz="1200" b="0">
                <a:solidFill>
                  <a:srgbClr val="222222"/>
                </a:solidFill>
                <a:latin typeface="Calibri"/>
              </a:rPr>
              <a:t>• a</a:t>
            </a:r>
          </a:p>
          <a:p>
            <a:pPr lvl="1"/>
            <a:r>
              <a:rPr sz="1200" b="0">
                <a:solidFill>
                  <a:srgbClr val="222222"/>
                </a:solidFill>
                <a:latin typeface="Calibri"/>
              </a:rPr>
              <a:t>• m</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d</a:t>
            </a:r>
          </a:p>
          <a:p>
            <a:pPr lvl="1"/>
            <a:r>
              <a:rPr sz="1200" b="0">
                <a:solidFill>
                  <a:srgbClr val="222222"/>
                </a:solidFill>
                <a:latin typeface="Calibri"/>
              </a:rPr>
              <a:t>• u</a:t>
            </a:r>
          </a:p>
          <a:p>
            <a:pPr lvl="1"/>
            <a:r>
              <a:rPr sz="1200" b="0">
                <a:solidFill>
                  <a:srgbClr val="222222"/>
                </a:solidFill>
                <a:latin typeface="Calibri"/>
              </a:rPr>
              <a:t>• c</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v</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b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d</a:t>
            </a:r>
          </a:p>
          <a:p>
            <a:pPr lvl="1"/>
            <a:r>
              <a:rPr sz="1200" b="0">
                <a:solidFill>
                  <a:srgbClr val="222222"/>
                </a:solidFill>
                <a:latin typeface="Calibri"/>
              </a:rPr>
              <a:t>• u</a:t>
            </a:r>
          </a:p>
          <a:p>
            <a:pPr lvl="1"/>
            <a:r>
              <a:rPr sz="1200" b="0">
                <a:solidFill>
                  <a:srgbClr val="222222"/>
                </a:solidFill>
                <a:latin typeface="Calibri"/>
              </a:rPr>
              <a:t>• c</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h</a:t>
            </a:r>
          </a:p>
          <a:p>
            <a:pPr lvl="1"/>
            <a:r>
              <a:rPr sz="1200" b="0">
                <a:solidFill>
                  <a:srgbClr val="222222"/>
                </a:solidFill>
                <a:latin typeface="Calibri"/>
              </a:rPr>
              <a:t>• i</a:t>
            </a:r>
          </a:p>
          <a:p>
            <a:pPr lvl="1"/>
            <a:r>
              <a:rPr sz="1200" b="0">
                <a:solidFill>
                  <a:srgbClr val="222222"/>
                </a:solidFill>
                <a:latin typeface="Calibri"/>
              </a:rPr>
              <a:t>• g</a:t>
            </a:r>
          </a:p>
          <a:p>
            <a:pPr lvl="1"/>
            <a:r>
              <a:rPr sz="1200" b="0">
                <a:solidFill>
                  <a:srgbClr val="222222"/>
                </a:solidFill>
                <a:latin typeface="Calibri"/>
              </a:rPr>
              <a:t>• h</a:t>
            </a:r>
          </a:p>
          <a:p>
            <a:pPr lvl="1"/>
            <a:r>
              <a:rPr sz="1200" b="0">
                <a:solidFill>
                  <a:srgbClr val="222222"/>
                </a:solidFill>
                <a:latin typeface="Calibri"/>
              </a:rPr>
              <a:t>• l</a:t>
            </a:r>
          </a:p>
          <a:p>
            <a:pPr lvl="1"/>
            <a:r>
              <a:rPr sz="1200" b="0">
                <a:solidFill>
                  <a:srgbClr val="222222"/>
                </a:solidFill>
                <a:latin typeface="Calibri"/>
              </a:rPr>
              <a:t>• i</a:t>
            </a:r>
          </a:p>
          <a:p>
            <a:pPr lvl="1"/>
            <a:r>
              <a:rPr sz="1200" b="0">
                <a:solidFill>
                  <a:srgbClr val="222222"/>
                </a:solidFill>
                <a:latin typeface="Calibri"/>
              </a:rPr>
              <a:t>• g</a:t>
            </a:r>
          </a:p>
          <a:p>
            <a:pPr lvl="1"/>
            <a:r>
              <a:rPr sz="1200" b="0">
                <a:solidFill>
                  <a:srgbClr val="222222"/>
                </a:solidFill>
                <a:latin typeface="Calibri"/>
              </a:rPr>
              <a:t>• h</a:t>
            </a:r>
          </a:p>
          <a:p>
            <a:pPr lvl="1"/>
            <a:r>
              <a:rPr sz="1200" b="0">
                <a:solidFill>
                  <a:srgbClr val="222222"/>
                </a:solidFill>
                <a:latin typeface="Calibri"/>
              </a:rPr>
              <a:t>• t</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f</a:t>
            </a:r>
          </a:p>
          <a:p>
            <a:pPr lvl="1"/>
            <a:r>
              <a:rPr sz="1200" b="0">
                <a:solidFill>
                  <a:srgbClr val="222222"/>
                </a:solidFill>
                <a:latin typeface="Calibri"/>
              </a:rPr>
              <a:t>• o</a:t>
            </a:r>
          </a:p>
          <a:p>
            <a:pPr lvl="1"/>
            <a:r>
              <a:rPr sz="1200" b="0">
                <a:solidFill>
                  <a:srgbClr val="222222"/>
                </a:solidFill>
                <a:latin typeface="Calibri"/>
              </a:rPr>
              <a:t>• c</a:t>
            </a:r>
          </a:p>
          <a:p>
            <a:pPr lvl="1"/>
            <a:r>
              <a:rPr sz="1200" b="0">
                <a:solidFill>
                  <a:srgbClr val="222222"/>
                </a:solidFill>
                <a:latin typeface="Calibri"/>
              </a:rPr>
              <a:t>• u</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s</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a</a:t>
            </a:r>
          </a:p>
          <a:p>
            <a:pPr lvl="1"/>
            <a:r>
              <a:rPr sz="1200" b="0">
                <a:solidFill>
                  <a:srgbClr val="222222"/>
                </a:solidFill>
                <a:latin typeface="Calibri"/>
              </a:rPr>
              <a:t>• l</a:t>
            </a:r>
          </a:p>
          <a:p>
            <a:pPr lvl="1"/>
            <a:r>
              <a:rPr sz="1200" b="0">
                <a:solidFill>
                  <a:srgbClr val="222222"/>
                </a:solidFill>
                <a:latin typeface="Calibri"/>
              </a:rPr>
              <a:t>•  </a:t>
            </a:r>
          </a:p>
          <a:p>
            <a:pPr lvl="1"/>
            <a:r>
              <a:rPr sz="1200" b="0">
                <a:solidFill>
                  <a:srgbClr val="222222"/>
                </a:solidFill>
                <a:latin typeface="Calibri"/>
              </a:rPr>
              <a:t>• b</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e</a:t>
            </a:r>
          </a:p>
          <a:p>
            <a:pPr lvl="1"/>
            <a:r>
              <a:rPr sz="1200" b="0">
                <a:solidFill>
                  <a:srgbClr val="222222"/>
                </a:solidFill>
                <a:latin typeface="Calibri"/>
              </a:rPr>
              <a:t>• f</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l</a:t>
            </a:r>
          </a:p>
          <a:p>
            <a:pPr lvl="1"/>
            <a:r>
              <a:rPr sz="1200" b="0">
                <a:solidFill>
                  <a:srgbClr val="222222"/>
                </a:solidFill>
                <a:latin typeface="Calibri"/>
              </a:rPr>
              <a:t>• i</a:t>
            </a:r>
          </a:p>
          <a:p>
            <a:pPr lvl="1"/>
            <a:r>
              <a:rPr sz="1200" b="0">
                <a:solidFill>
                  <a:srgbClr val="222222"/>
                </a:solidFill>
                <a:latin typeface="Calibri"/>
              </a:rPr>
              <a:t>• g</a:t>
            </a:r>
          </a:p>
          <a:p>
            <a:pPr lvl="1"/>
            <a:r>
              <a:rPr sz="1200" b="0">
                <a:solidFill>
                  <a:srgbClr val="222222"/>
                </a:solidFill>
                <a:latin typeface="Calibri"/>
              </a:rPr>
              <a:t>• n</a:t>
            </a:r>
          </a:p>
          <a:p>
            <a:pPr lvl="1"/>
            <a:r>
              <a:rPr sz="1200" b="0">
                <a:solidFill>
                  <a:srgbClr val="222222"/>
                </a:solidFill>
                <a:latin typeface="Calibri"/>
              </a:rPr>
              <a:t>•  </a:t>
            </a:r>
          </a:p>
          <a:p>
            <a:pPr lvl="1"/>
            <a:r>
              <a:rPr sz="1200" b="0">
                <a:solidFill>
                  <a:srgbClr val="222222"/>
                </a:solidFill>
                <a:latin typeface="Calibri"/>
              </a:rPr>
              <a:t>• w</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c</a:t>
            </a:r>
          </a:p>
          <a:p>
            <a:pPr lvl="1"/>
            <a:r>
              <a:rPr sz="1200" b="0">
                <a:solidFill>
                  <a:srgbClr val="222222"/>
                </a:solidFill>
                <a:latin typeface="Calibri"/>
              </a:rPr>
              <a:t>• u</a:t>
            </a:r>
          </a:p>
          <a:p>
            <a:pPr lvl="1"/>
            <a:r>
              <a:rPr sz="1200" b="0">
                <a:solidFill>
                  <a:srgbClr val="222222"/>
                </a:solidFill>
                <a:latin typeface="Calibri"/>
              </a:rPr>
              <a:t>• s</a:t>
            </a:r>
          </a:p>
          <a:p>
            <a:pPr lvl="1"/>
            <a:r>
              <a:rPr sz="1200" b="0">
                <a:solidFill>
                  <a:srgbClr val="222222"/>
                </a:solidFill>
                <a:latin typeface="Calibri"/>
              </a:rPr>
              <a:t>• t</a:t>
            </a:r>
          </a:p>
          <a:p>
            <a:pPr lvl="1"/>
            <a:r>
              <a:rPr sz="1200" b="0">
                <a:solidFill>
                  <a:srgbClr val="222222"/>
                </a:solidFill>
                <a:latin typeface="Calibri"/>
              </a:rPr>
              <a:t>• o</a:t>
            </a:r>
          </a:p>
          <a:p>
            <a:pPr lvl="1"/>
            <a:r>
              <a:rPr sz="1200" b="0">
                <a:solidFill>
                  <a:srgbClr val="222222"/>
                </a:solidFill>
                <a:latin typeface="Calibri"/>
              </a:rPr>
              <a:t>• m</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q</a:t>
            </a:r>
          </a:p>
          <a:p>
            <a:pPr lvl="1"/>
            <a:r>
              <a:rPr sz="1200" b="0">
                <a:solidFill>
                  <a:srgbClr val="222222"/>
                </a:solidFill>
                <a:latin typeface="Calibri"/>
              </a:rPr>
              <a:t>• u</a:t>
            </a:r>
          </a:p>
          <a:p>
            <a:pPr lvl="1"/>
            <a:r>
              <a:rPr sz="1200" b="0">
                <a:solidFill>
                  <a:srgbClr val="222222"/>
                </a:solidFill>
                <a:latin typeface="Calibri"/>
              </a:rPr>
              <a:t>• i</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m</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t</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a</a:t>
            </a:r>
          </a:p>
          <a:p>
            <a:pPr lvl="1"/>
            <a:r>
              <a:rPr sz="1200" b="0">
                <a:solidFill>
                  <a:srgbClr val="222222"/>
                </a:solidFill>
                <a:latin typeface="Calibri"/>
              </a:rPr>
              <a:t>• v</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w</a:t>
            </a:r>
          </a:p>
          <a:p>
            <a:pPr lvl="1"/>
            <a:r>
              <a:rPr sz="1200" b="0">
                <a:solidFill>
                  <a:srgbClr val="222222"/>
                </a:solidFill>
                <a:latin typeface="Calibri"/>
              </a:rPr>
              <a:t>• a</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f</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i</a:t>
            </a:r>
          </a:p>
          <a:p>
            <a:pPr lvl="1"/>
            <a:r>
              <a:rPr sz="1200" b="0">
                <a:solidFill>
                  <a:srgbClr val="222222"/>
                </a:solidFill>
                <a:latin typeface="Calibri"/>
              </a:rPr>
              <a:t>• m</a:t>
            </a:r>
          </a:p>
          <a:p>
            <a:pPr lvl="1"/>
            <a:r>
              <a:rPr sz="1200" b="0">
                <a:solidFill>
                  <a:srgbClr val="222222"/>
                </a:solidFill>
                <a:latin typeface="Calibri"/>
              </a:rPr>
              <a:t>• p</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v</a:t>
            </a:r>
          </a:p>
          <a:p>
            <a:pPr lvl="1"/>
            <a:r>
              <a:rPr sz="1200" b="0">
                <a:solidFill>
                  <a:srgbClr val="222222"/>
                </a:solidFill>
                <a:latin typeface="Calibri"/>
              </a:rPr>
              <a:t>• e</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d</a:t>
            </a:r>
          </a:p>
          <a:p>
            <a:pPr lvl="1"/>
            <a:r>
              <a:rPr sz="1200" b="0">
                <a:solidFill>
                  <a:srgbClr val="222222"/>
                </a:solidFill>
                <a:latin typeface="Calibri"/>
              </a:rPr>
              <a:t>• u</a:t>
            </a:r>
          </a:p>
          <a:p>
            <a:pPr lvl="1"/>
            <a:r>
              <a:rPr sz="1200" b="0">
                <a:solidFill>
                  <a:srgbClr val="222222"/>
                </a:solidFill>
                <a:latin typeface="Calibri"/>
              </a:rPr>
              <a:t>• c</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v</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b</a:t>
            </a:r>
          </a:p>
          <a:p>
            <a:pPr lvl="1"/>
            <a:r>
              <a:rPr sz="1200" b="0">
                <a:solidFill>
                  <a:srgbClr val="222222"/>
                </a:solidFill>
                <a:latin typeface="Calibri"/>
              </a:rPr>
              <a:t>• u</a:t>
            </a:r>
          </a:p>
          <a:p>
            <a:pPr lvl="1"/>
            <a:r>
              <a:rPr sz="1200" b="0">
                <a:solidFill>
                  <a:srgbClr val="222222"/>
                </a:solidFill>
                <a:latin typeface="Calibri"/>
              </a:rPr>
              <a:t>• s</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u</a:t>
            </a:r>
          </a:p>
          <a:p>
            <a:pPr lvl="1"/>
            <a:r>
              <a:rPr sz="1200" b="0">
                <a:solidFill>
                  <a:srgbClr val="222222"/>
                </a:solidFill>
                <a:latin typeface="Calibri"/>
              </a:rPr>
              <a:t>• t</a:t>
            </a:r>
          </a:p>
          <a:p>
            <a:pPr lvl="1"/>
            <a:r>
              <a:rPr sz="1200" b="0">
                <a:solidFill>
                  <a:srgbClr val="222222"/>
                </a:solidFill>
                <a:latin typeface="Calibri"/>
              </a:rPr>
              <a:t>• c</a:t>
            </a:r>
          </a:p>
          <a:p>
            <a:pPr lvl="1"/>
            <a:r>
              <a:rPr sz="1200" b="0">
                <a:solidFill>
                  <a:srgbClr val="222222"/>
                </a:solidFill>
                <a:latin typeface="Calibri"/>
              </a:rPr>
              <a:t>• o</a:t>
            </a:r>
          </a:p>
          <a:p>
            <a:pPr lvl="1"/>
            <a:r>
              <a:rPr sz="1200" b="0">
                <a:solidFill>
                  <a:srgbClr val="222222"/>
                </a:solidFill>
                <a:latin typeface="Calibri"/>
              </a:rPr>
              <a:t>• m</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a:t>
            </a:r>
          </a:p>
        </p:txBody>
      </p:sp>
      <p:sp>
        <p:nvSpPr>
          <p:cNvPr id="5" name="TextBox 4"/>
          <p:cNvSpPr txBox="1"/>
          <p:nvPr/>
        </p:nvSpPr>
        <p:spPr>
          <a:xfrm>
            <a:off x="548640" y="6400800"/>
            <a:ext cx="8229600" cy="457200"/>
          </a:xfrm>
          <a:prstGeom prst="rect">
            <a:avLst/>
          </a:prstGeom>
          <a:noFill/>
        </p:spPr>
        <p:txBody>
          <a:bodyPr wrap="none">
            <a:spAutoFit/>
          </a:bodyPr>
          <a:lstStyle/>
          <a:p>
            <a:pPr algn="l"/>
            <a:r>
              <a:rPr sz="900" b="0">
                <a:solidFill>
                  <a:srgbClr val="787878"/>
                </a:solidFill>
                <a:latin typeface="Calibri"/>
              </a:rPr>
              <a:t>Executive Summary • Tailored to customer requirements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8229600" cy="365760"/>
          </a:xfrm>
          <a:prstGeom prst="rect">
            <a:avLst/>
          </a:prstGeom>
          <a:noFill/>
        </p:spPr>
        <p:txBody>
          <a:bodyPr wrap="none">
            <a:spAutoFit/>
          </a:bodyPr>
          <a:lstStyle/>
          <a:p>
            <a:r>
              <a:rPr sz="1800" b="1">
                <a:solidFill>
                  <a:srgbClr val="004279"/>
                </a:solidFill>
                <a:latin typeface="Calibri"/>
              </a:rPr>
              <a:t>HP EliteBook 840 G1</a:t>
            </a:r>
          </a:p>
        </p:txBody>
      </p:sp>
      <p:sp>
        <p:nvSpPr>
          <p:cNvPr id="3" name="TextBox 2"/>
          <p:cNvSpPr txBox="1"/>
          <p:nvPr/>
        </p:nvSpPr>
        <p:spPr>
          <a:xfrm>
            <a:off x="457200" y="1005840"/>
            <a:ext cx="4937760" cy="3200400"/>
          </a:xfrm>
          <a:prstGeom prst="rect">
            <a:avLst/>
          </a:prstGeom>
          <a:noFill/>
        </p:spPr>
        <p:txBody>
          <a:bodyPr wrap="none">
            <a:spAutoFit/>
          </a:bodyPr>
          <a:lstStyle/>
          <a:p>
            <a:r>
              <a:rPr sz="1100" b="0">
                <a:solidFill>
                  <a:srgbClr val="222222"/>
                </a:solidFill>
                <a:latin typeface="Calibri"/>
              </a:rPr>
              <a:t>Now employees can hit the road with a travel pro. The HP EliteBook 840 industry leading Ultrabook™ 21 is ultra-</a:t>
            </a:r>
          </a:p>
          <a:p>
            <a:r>
              <a:t>productive in and out of the office. Work with confidence thanks to proven enterprise technologies and enterprise</a:t>
            </a:r>
          </a:p>
          <a:p>
            <a:r>
              <a:t>security, performance and management features.</a:t>
            </a:r>
          </a:p>
        </p:txBody>
      </p:sp>
      <p:pic>
        <p:nvPicPr>
          <p:cNvPr id="4" name="Picture 3" descr="page_5_img_15.png"/>
          <p:cNvPicPr>
            <a:picLocks noChangeAspect="1"/>
          </p:cNvPicPr>
          <p:nvPr/>
        </p:nvPicPr>
        <p:blipFill>
          <a:blip r:embed="rId2"/>
          <a:stretch>
            <a:fillRect/>
          </a:stretch>
        </p:blipFill>
        <p:spPr>
          <a:xfrm>
            <a:off x="5669280" y="1097280"/>
            <a:ext cx="3828105" cy="2926080"/>
          </a:xfrm>
          <a:prstGeom prst="rect">
            <a:avLst/>
          </a:prstGeom>
        </p:spPr>
      </p:pic>
      <p:sp>
        <p:nvSpPr>
          <p:cNvPr id="5" name="TextBox 4"/>
          <p:cNvSpPr txBox="1"/>
          <p:nvPr/>
        </p:nvSpPr>
        <p:spPr>
          <a:xfrm>
            <a:off x="5669280" y="4114800"/>
            <a:ext cx="2926080" cy="1097280"/>
          </a:xfrm>
          <a:prstGeom prst="rect">
            <a:avLst/>
          </a:prstGeom>
          <a:noFill/>
        </p:spPr>
        <p:txBody>
          <a:bodyPr wrap="none">
            <a:spAutoFit/>
          </a:bodyPr>
          <a:lstStyle/>
          <a:p>
            <a:r>
              <a:rPr sz="1200" b="1">
                <a:solidFill>
                  <a:srgbClr val="0084B4"/>
                </a:solidFill>
                <a:latin typeface="Calibri"/>
              </a:rPr>
              <a:t>Selling Points</a:t>
            </a:r>
          </a:p>
        </p:txBody>
      </p:sp>
      <p:sp>
        <p:nvSpPr>
          <p:cNvPr id="6" name="TextBox 5"/>
          <p:cNvSpPr txBox="1"/>
          <p:nvPr/>
        </p:nvSpPr>
        <p:spPr>
          <a:xfrm>
            <a:off x="548640" y="6400800"/>
            <a:ext cx="8229600" cy="457200"/>
          </a:xfrm>
          <a:prstGeom prst="rect">
            <a:avLst/>
          </a:prstGeom>
          <a:noFill/>
        </p:spPr>
        <p:txBody>
          <a:bodyPr wrap="none">
            <a:spAutoFit/>
          </a:bodyPr>
          <a:lstStyle/>
          <a:p>
            <a:pPr algn="l"/>
            <a:r>
              <a:rPr sz="900" b="0">
                <a:solidFill>
                  <a:srgbClr val="787878"/>
                </a:solidFill>
                <a:latin typeface="Calibri"/>
              </a:rPr>
              <a:t>HP EliteBook 840 G1 • Product Sheet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8229600" cy="365760"/>
          </a:xfrm>
          <a:prstGeom prst="rect">
            <a:avLst/>
          </a:prstGeom>
          <a:noFill/>
        </p:spPr>
        <p:txBody>
          <a:bodyPr wrap="none">
            <a:spAutoFit/>
          </a:bodyPr>
          <a:lstStyle/>
          <a:p>
            <a:r>
              <a:rPr sz="1800" b="1">
                <a:solidFill>
                  <a:srgbClr val="004279"/>
                </a:solidFill>
                <a:latin typeface="Calibri"/>
              </a:rPr>
              <a:t>HP ProBook 645 G1</a:t>
            </a:r>
          </a:p>
        </p:txBody>
      </p:sp>
      <p:sp>
        <p:nvSpPr>
          <p:cNvPr id="3" name="TextBox 2"/>
          <p:cNvSpPr txBox="1"/>
          <p:nvPr/>
        </p:nvSpPr>
        <p:spPr>
          <a:xfrm>
            <a:off x="457200" y="1005840"/>
            <a:ext cx="4937760" cy="3200400"/>
          </a:xfrm>
          <a:prstGeom prst="rect">
            <a:avLst/>
          </a:prstGeom>
          <a:noFill/>
        </p:spPr>
        <p:txBody>
          <a:bodyPr wrap="none">
            <a:spAutoFit/>
          </a:bodyPr>
          <a:lstStyle/>
          <a:p>
            <a:r>
              <a:rPr sz="1100" b="0">
                <a:solidFill>
                  <a:srgbClr val="222222"/>
                </a:solidFill>
                <a:latin typeface="Calibri"/>
              </a:rPr>
              <a:t>Challenge the Status Quo. Optimised for Windows 8 Pro. 2 this configurable laptop touts a 35.6 cm diagonal display, UMA</a:t>
            </a:r>
          </a:p>
          <a:p>
            <a:r>
              <a:t>graphics and AMD's latest technology. The professional design and HP 3D DriveGuard help protect your data from mobile</a:t>
            </a:r>
          </a:p>
          <a:p>
            <a:r>
              <a:t>use.</a:t>
            </a:r>
          </a:p>
        </p:txBody>
      </p:sp>
      <p:pic>
        <p:nvPicPr>
          <p:cNvPr id="4" name="Picture 3" descr="page_5_img_13.png"/>
          <p:cNvPicPr>
            <a:picLocks noChangeAspect="1"/>
          </p:cNvPicPr>
          <p:nvPr/>
        </p:nvPicPr>
        <p:blipFill>
          <a:blip r:embed="rId2"/>
          <a:stretch>
            <a:fillRect/>
          </a:stretch>
        </p:blipFill>
        <p:spPr>
          <a:xfrm>
            <a:off x="5669280" y="1097280"/>
            <a:ext cx="3593054" cy="2926080"/>
          </a:xfrm>
          <a:prstGeom prst="rect">
            <a:avLst/>
          </a:prstGeom>
        </p:spPr>
      </p:pic>
      <p:sp>
        <p:nvSpPr>
          <p:cNvPr id="5" name="TextBox 4"/>
          <p:cNvSpPr txBox="1"/>
          <p:nvPr/>
        </p:nvSpPr>
        <p:spPr>
          <a:xfrm>
            <a:off x="5669280" y="4114800"/>
            <a:ext cx="2926080" cy="1097280"/>
          </a:xfrm>
          <a:prstGeom prst="rect">
            <a:avLst/>
          </a:prstGeom>
          <a:noFill/>
        </p:spPr>
        <p:txBody>
          <a:bodyPr wrap="none">
            <a:spAutoFit/>
          </a:bodyPr>
          <a:lstStyle/>
          <a:p>
            <a:r>
              <a:rPr sz="1200" b="1">
                <a:solidFill>
                  <a:srgbClr val="0084B4"/>
                </a:solidFill>
                <a:latin typeface="Calibri"/>
              </a:rPr>
              <a:t>Selling Points</a:t>
            </a:r>
          </a:p>
        </p:txBody>
      </p:sp>
      <p:sp>
        <p:nvSpPr>
          <p:cNvPr id="6" name="TextBox 5"/>
          <p:cNvSpPr txBox="1"/>
          <p:nvPr/>
        </p:nvSpPr>
        <p:spPr>
          <a:xfrm>
            <a:off x="548640" y="6400800"/>
            <a:ext cx="8229600" cy="457200"/>
          </a:xfrm>
          <a:prstGeom prst="rect">
            <a:avLst/>
          </a:prstGeom>
          <a:noFill/>
        </p:spPr>
        <p:txBody>
          <a:bodyPr wrap="none">
            <a:spAutoFit/>
          </a:bodyPr>
          <a:lstStyle/>
          <a:p>
            <a:pPr algn="l"/>
            <a:r>
              <a:rPr sz="900" b="0">
                <a:solidFill>
                  <a:srgbClr val="787878"/>
                </a:solidFill>
                <a:latin typeface="Calibri"/>
              </a:rPr>
              <a:t>HP ProBook 645 G1 • Product Sheet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8229600" cy="365760"/>
          </a:xfrm>
          <a:prstGeom prst="rect">
            <a:avLst/>
          </a:prstGeom>
          <a:noFill/>
        </p:spPr>
        <p:txBody>
          <a:bodyPr wrap="none">
            <a:spAutoFit/>
          </a:bodyPr>
          <a:lstStyle/>
          <a:p>
            <a:r>
              <a:rPr sz="1800" b="1">
                <a:solidFill>
                  <a:srgbClr val="004279"/>
                </a:solidFill>
                <a:latin typeface="Calibri"/>
              </a:rPr>
              <a:t>HP ProBook 640 G1</a:t>
            </a:r>
          </a:p>
        </p:txBody>
      </p:sp>
      <p:sp>
        <p:nvSpPr>
          <p:cNvPr id="3" name="TextBox 2"/>
          <p:cNvSpPr txBox="1"/>
          <p:nvPr/>
        </p:nvSpPr>
        <p:spPr>
          <a:xfrm>
            <a:off x="457200" y="1005840"/>
            <a:ext cx="4937760" cy="3200400"/>
          </a:xfrm>
          <a:prstGeom prst="rect">
            <a:avLst/>
          </a:prstGeom>
          <a:noFill/>
        </p:spPr>
        <p:txBody>
          <a:bodyPr wrap="none">
            <a:spAutoFit/>
          </a:bodyPr>
          <a:lstStyle/>
          <a:p>
            <a:r>
              <a:rPr sz="1100" b="0">
                <a:solidFill>
                  <a:srgbClr val="222222"/>
                </a:solidFill>
                <a:latin typeface="Calibri"/>
              </a:rPr>
              <a:t>Tailored for business. Optimised for Windows 8 Pro. 2 this configurable notebook features a 35.6 cm diagonal display and</a:t>
            </a:r>
          </a:p>
          <a:p>
            <a:r>
              <a:t>UMA or discrete graphics. From the professional design to Intel® technology, you're ready for business.</a:t>
            </a:r>
          </a:p>
        </p:txBody>
      </p:sp>
      <p:pic>
        <p:nvPicPr>
          <p:cNvPr id="4" name="Picture 3" descr="page_5_img_11.png"/>
          <p:cNvPicPr>
            <a:picLocks noChangeAspect="1"/>
          </p:cNvPicPr>
          <p:nvPr/>
        </p:nvPicPr>
        <p:blipFill>
          <a:blip r:embed="rId2"/>
          <a:stretch>
            <a:fillRect/>
          </a:stretch>
        </p:blipFill>
        <p:spPr>
          <a:xfrm>
            <a:off x="5669280" y="1097280"/>
            <a:ext cx="3836416" cy="2926080"/>
          </a:xfrm>
          <a:prstGeom prst="rect">
            <a:avLst/>
          </a:prstGeom>
        </p:spPr>
      </p:pic>
      <p:sp>
        <p:nvSpPr>
          <p:cNvPr id="5" name="TextBox 4"/>
          <p:cNvSpPr txBox="1"/>
          <p:nvPr/>
        </p:nvSpPr>
        <p:spPr>
          <a:xfrm>
            <a:off x="5669280" y="4114800"/>
            <a:ext cx="2926080" cy="1097280"/>
          </a:xfrm>
          <a:prstGeom prst="rect">
            <a:avLst/>
          </a:prstGeom>
          <a:noFill/>
        </p:spPr>
        <p:txBody>
          <a:bodyPr wrap="none">
            <a:spAutoFit/>
          </a:bodyPr>
          <a:lstStyle/>
          <a:p>
            <a:r>
              <a:rPr sz="1200" b="1">
                <a:solidFill>
                  <a:srgbClr val="0084B4"/>
                </a:solidFill>
                <a:latin typeface="Calibri"/>
              </a:rPr>
              <a:t>Selling Points</a:t>
            </a:r>
          </a:p>
        </p:txBody>
      </p:sp>
      <p:sp>
        <p:nvSpPr>
          <p:cNvPr id="6" name="TextBox 5"/>
          <p:cNvSpPr txBox="1"/>
          <p:nvPr/>
        </p:nvSpPr>
        <p:spPr>
          <a:xfrm>
            <a:off x="548640" y="6400800"/>
            <a:ext cx="8229600" cy="457200"/>
          </a:xfrm>
          <a:prstGeom prst="rect">
            <a:avLst/>
          </a:prstGeom>
          <a:noFill/>
        </p:spPr>
        <p:txBody>
          <a:bodyPr wrap="none">
            <a:spAutoFit/>
          </a:bodyPr>
          <a:lstStyle/>
          <a:p>
            <a:pPr algn="l"/>
            <a:r>
              <a:rPr sz="900" b="0">
                <a:solidFill>
                  <a:srgbClr val="787878"/>
                </a:solidFill>
                <a:latin typeface="Calibri"/>
              </a:rPr>
              <a:t>HP ProBook 640 G1 • Product Sheet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229600" cy="365760"/>
          </a:xfrm>
          <a:prstGeom prst="rect">
            <a:avLst/>
          </a:prstGeom>
          <a:noFill/>
        </p:spPr>
        <p:txBody>
          <a:bodyPr wrap="none">
            <a:spAutoFit/>
          </a:bodyPr>
          <a:lstStyle/>
          <a:p>
            <a:r>
              <a:rPr sz="2000" b="1">
                <a:solidFill>
                  <a:srgbClr val="004279"/>
                </a:solidFill>
                <a:latin typeface="Calibri"/>
              </a:rPr>
              <a:t>Sales Pitch &amp; Competitive Advantages</a:t>
            </a:r>
          </a:p>
        </p:txBody>
      </p:sp>
      <p:sp>
        <p:nvSpPr>
          <p:cNvPr id="3" name="TextBox 2"/>
          <p:cNvSpPr txBox="1"/>
          <p:nvPr/>
        </p:nvSpPr>
        <p:spPr>
          <a:xfrm>
            <a:off x="548640" y="1005840"/>
            <a:ext cx="5029200" cy="2377440"/>
          </a:xfrm>
          <a:prstGeom prst="rect">
            <a:avLst/>
          </a:prstGeom>
          <a:noFill/>
        </p:spPr>
        <p:txBody>
          <a:bodyPr wrap="none">
            <a:spAutoFit/>
          </a:bodyPr>
          <a:lstStyle/>
          <a:p>
            <a:r>
              <a:rPr sz="1200" b="0">
                <a:solidFill>
                  <a:srgbClr val="222222"/>
                </a:solidFill>
                <a:latin typeface="Calibri"/>
              </a:rPr>
              <a:t>Introducing our cutting-edge SmartHome Hub, designed to effortlessly integrate all your smart devices with a sleek user-friendly interface. Featuring advanced AI technology for personalized automation, it stands out from competitors with unparalleled security features and energy efficiency tracking. Elevate your living experience, save on utility bills, and enjoy peace of mind knowing your home is smarter and safer than ever. Make the switch today and embrace the future of home automation!</a:t>
            </a:r>
          </a:p>
        </p:txBody>
      </p:sp>
      <p:sp>
        <p:nvSpPr>
          <p:cNvPr id="4" name="TextBox 3"/>
          <p:cNvSpPr txBox="1"/>
          <p:nvPr/>
        </p:nvSpPr>
        <p:spPr>
          <a:xfrm>
            <a:off x="5669280" y="1005840"/>
            <a:ext cx="3291840" cy="3291840"/>
          </a:xfrm>
          <a:prstGeom prst="rect">
            <a:avLst/>
          </a:prstGeom>
          <a:noFill/>
        </p:spPr>
        <p:txBody>
          <a:bodyPr wrap="none">
            <a:spAutoFit/>
          </a:bodyPr>
          <a:lstStyle/>
          <a:p>
            <a:r>
              <a:rPr sz="1300" b="1">
                <a:solidFill>
                  <a:srgbClr val="0084B4"/>
                </a:solidFill>
                <a:latin typeface="Calibri"/>
              </a:rPr>
              <a:t>Key Benefits</a:t>
            </a:r>
          </a:p>
          <a:p>
            <a:r>
              <a:rPr sz="1100" b="0">
                <a:solidFill>
                  <a:srgbClr val="222222"/>
                </a:solidFill>
                <a:latin typeface="Calibri"/>
              </a:rPr>
              <a:t>• H</a:t>
            </a:r>
          </a:p>
          <a:p>
            <a:r>
              <a:rPr sz="1100" b="0">
                <a:solidFill>
                  <a:srgbClr val="222222"/>
                </a:solidFill>
                <a:latin typeface="Calibri"/>
              </a:rPr>
              <a:t>• e</a:t>
            </a:r>
          </a:p>
          <a:p>
            <a:r>
              <a:rPr sz="1100" b="0">
                <a:solidFill>
                  <a:srgbClr val="222222"/>
                </a:solidFill>
                <a:latin typeface="Calibri"/>
              </a:rPr>
              <a:t>• r</a:t>
            </a:r>
          </a:p>
          <a:p>
            <a:r>
              <a:rPr sz="1100" b="0">
                <a:solidFill>
                  <a:srgbClr val="222222"/>
                </a:solidFill>
                <a:latin typeface="Calibri"/>
              </a:rPr>
              <a:t>• e</a:t>
            </a:r>
          </a:p>
        </p:txBody>
      </p:sp>
      <p:sp>
        <p:nvSpPr>
          <p:cNvPr id="5" name="TextBox 4"/>
          <p:cNvSpPr txBox="1"/>
          <p:nvPr/>
        </p:nvSpPr>
        <p:spPr>
          <a:xfrm>
            <a:off x="548640" y="3291840"/>
            <a:ext cx="8229600" cy="1463040"/>
          </a:xfrm>
          <a:prstGeom prst="rect">
            <a:avLst/>
          </a:prstGeom>
          <a:noFill/>
        </p:spPr>
        <p:txBody>
          <a:bodyPr wrap="none">
            <a:spAutoFit/>
          </a:bodyPr>
          <a:lstStyle/>
          <a:p>
            <a:r>
              <a:rPr sz="1300" b="1">
                <a:solidFill>
                  <a:srgbClr val="0084B4"/>
                </a:solidFill>
                <a:latin typeface="Calibri"/>
              </a:rPr>
              <a:t>Competitive Advantages</a:t>
            </a:r>
          </a:p>
          <a:p>
            <a:r>
              <a:rPr sz="1100" b="0">
                <a:solidFill>
                  <a:srgbClr val="222222"/>
                </a:solidFill>
                <a:latin typeface="Calibri"/>
              </a:rPr>
              <a:t>• W</a:t>
            </a:r>
          </a:p>
          <a:p>
            <a:r>
              <a:rPr sz="1100" b="0">
                <a:solidFill>
                  <a:srgbClr val="222222"/>
                </a:solidFill>
                <a:latin typeface="Calibri"/>
              </a:rPr>
              <a:t>• h</a:t>
            </a:r>
          </a:p>
          <a:p>
            <a:r>
              <a:rPr sz="1100" b="0">
                <a:solidFill>
                  <a:srgbClr val="222222"/>
                </a:solidFill>
                <a:latin typeface="Calibri"/>
              </a:rPr>
              <a:t>• e</a:t>
            </a:r>
          </a:p>
          <a:p>
            <a:r>
              <a:rPr sz="1100" b="0">
                <a:solidFill>
                  <a:srgbClr val="222222"/>
                </a:solidFill>
                <a:latin typeface="Calibri"/>
              </a:rPr>
              <a:t>• n</a:t>
            </a:r>
          </a:p>
        </p:txBody>
      </p:sp>
      <p:sp>
        <p:nvSpPr>
          <p:cNvPr id="6" name="TextBox 5"/>
          <p:cNvSpPr txBox="1"/>
          <p:nvPr/>
        </p:nvSpPr>
        <p:spPr>
          <a:xfrm>
            <a:off x="548640" y="6400800"/>
            <a:ext cx="8229600" cy="457200"/>
          </a:xfrm>
          <a:prstGeom prst="rect">
            <a:avLst/>
          </a:prstGeom>
          <a:noFill/>
        </p:spPr>
        <p:txBody>
          <a:bodyPr wrap="none">
            <a:spAutoFit/>
          </a:bodyPr>
          <a:lstStyle/>
          <a:p>
            <a:pPr algn="l"/>
            <a:r>
              <a:rPr sz="900" b="0">
                <a:solidFill>
                  <a:srgbClr val="787878"/>
                </a:solidFill>
                <a:latin typeface="Calibri"/>
              </a:rPr>
              <a:t>Sales Pitch • Tailored by AI Sales Assistant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229600" cy="365760"/>
          </a:xfrm>
          <a:prstGeom prst="rect">
            <a:avLst/>
          </a:prstGeom>
          <a:noFill/>
        </p:spPr>
        <p:txBody>
          <a:bodyPr wrap="none">
            <a:spAutoFit/>
          </a:bodyPr>
          <a:lstStyle/>
          <a:p>
            <a:r>
              <a:rPr sz="2000" b="1">
                <a:solidFill>
                  <a:srgbClr val="004279"/>
                </a:solidFill>
                <a:latin typeface="Calibri"/>
              </a:rPr>
              <a:t>Technical Comparison</a:t>
            </a:r>
          </a:p>
        </p:txBody>
      </p:sp>
      <p:graphicFrame>
        <p:nvGraphicFramePr>
          <p:cNvPr id="3" name="Table 2"/>
          <p:cNvGraphicFramePr>
            <a:graphicFrameLocks noGrp="1"/>
          </p:cNvGraphicFramePr>
          <p:nvPr/>
        </p:nvGraphicFramePr>
        <p:xfrm>
          <a:off x="365760" y="1188720"/>
          <a:ext cx="8412480" cy="3840480"/>
        </p:xfrm>
        <a:graphic>
          <a:graphicData uri="http://schemas.openxmlformats.org/drawingml/2006/table">
            <a:tbl>
              <a:tblPr firstRow="1" bandRow="1">
                <a:tableStyleId>{5C22544A-7EE6-4342-B048-85BDC9FD1C3A}</a:tableStyleId>
              </a:tblPr>
              <a:tblGrid>
                <a:gridCol w="2103120"/>
                <a:gridCol w="2103120"/>
                <a:gridCol w="2103120"/>
                <a:gridCol w="2103120"/>
              </a:tblGrid>
              <a:tr h="480060">
                <a:tc>
                  <a:txBody>
                    <a:bodyPr/>
                    <a:lstStyle/>
                    <a:p>
                      <a:r>
                        <a:rPr sz="1100" b="1">
                          <a:solidFill>
                            <a:srgbClr val="0084B4"/>
                          </a:solidFill>
                          <a:latin typeface="Calibri"/>
                        </a:rPr>
                        <a:t>Feature</a:t>
                      </a:r>
                    </a:p>
                  </a:txBody>
                  <a:tcPr/>
                </a:tc>
                <a:tc>
                  <a:txBody>
                    <a:bodyPr/>
                    <a:lstStyle/>
                    <a:p>
                      <a:r>
                        <a:rPr sz="1100" b="1">
                          <a:solidFill>
                            <a:srgbClr val="222222"/>
                          </a:solidFill>
                          <a:latin typeface="Calibri"/>
                        </a:rPr>
                        <a:t>HP EliteBook 840 G1</a:t>
                      </a:r>
                    </a:p>
                  </a:txBody>
                  <a:tcPr/>
                </a:tc>
                <a:tc>
                  <a:txBody>
                    <a:bodyPr/>
                    <a:lstStyle/>
                    <a:p>
                      <a:r>
                        <a:rPr sz="1100" b="1">
                          <a:solidFill>
                            <a:srgbClr val="222222"/>
                          </a:solidFill>
                          <a:latin typeface="Calibri"/>
                        </a:rPr>
                        <a:t>HP ProBook 645 G1</a:t>
                      </a:r>
                    </a:p>
                  </a:txBody>
                  <a:tcPr/>
                </a:tc>
                <a:tc>
                  <a:txBody>
                    <a:bodyPr/>
                    <a:lstStyle/>
                    <a:p>
                      <a:r>
                        <a:rPr sz="1100" b="1">
                          <a:solidFill>
                            <a:srgbClr val="222222"/>
                          </a:solidFill>
                          <a:latin typeface="Calibri"/>
                        </a:rPr>
                        <a:t>HP ProBook 640 G1</a:t>
                      </a:r>
                    </a:p>
                  </a:txBody>
                  <a:tcPr/>
                </a:tc>
              </a:tr>
              <a:tr h="480060">
                <a:tc>
                  <a:txBody>
                    <a:bodyPr/>
                    <a:lstStyle/>
                    <a:p>
                      <a:r>
                        <a:rPr sz="1000" b="1">
                          <a:solidFill>
                            <a:srgbClr val="222222"/>
                          </a:solidFill>
                          <a:latin typeface="Calibri"/>
                        </a:rPr>
                        <a:t>Operating system</a:t>
                      </a:r>
                    </a:p>
                  </a:txBody>
                  <a:tcPr/>
                </a:tc>
                <a:tc>
                  <a:txBody>
                    <a:bodyPr/>
                    <a:lstStyle/>
                    <a:p>
                      <a:r>
                        <a:rPr sz="900" b="0">
                          <a:solidFill>
                            <a:srgbClr val="222222"/>
                          </a:solidFill>
                          <a:latin typeface="Calibri"/>
                        </a:rPr>
                        <a:t>N/A</a:t>
                      </a:r>
                    </a:p>
                  </a:txBody>
                  <a:tcPr/>
                </a:tc>
                <a:tc>
                  <a:txBody>
                    <a:bodyPr/>
                    <a:lstStyle/>
                    <a:p>
                      <a:r>
                        <a:rPr sz="900" b="0">
                          <a:solidFill>
                            <a:srgbClr val="222222"/>
                          </a:solidFill>
                          <a:latin typeface="Calibri"/>
                        </a:rPr>
                        <a:t>N/A</a:t>
                      </a:r>
                    </a:p>
                  </a:txBody>
                  <a:tcPr/>
                </a:tc>
                <a:tc>
                  <a:txBody>
                    <a:bodyPr/>
                    <a:lstStyle/>
                    <a:p>
                      <a:r>
                        <a:rPr sz="900" b="0">
                          <a:solidFill>
                            <a:srgbClr val="222222"/>
                          </a:solidFill>
                          <a:latin typeface="Calibri"/>
                        </a:rPr>
                        <a:t>N/A</a:t>
                      </a:r>
                    </a:p>
                  </a:txBody>
                  <a:tcPr/>
                </a:tc>
              </a:tr>
              <a:tr h="480060">
                <a:tc>
                  <a:txBody>
                    <a:bodyPr/>
                    <a:lstStyle/>
                    <a:p>
                      <a:r>
                        <a:rPr sz="1000" b="1">
                          <a:solidFill>
                            <a:srgbClr val="222222"/>
                          </a:solidFill>
                          <a:latin typeface="Calibri"/>
                        </a:rPr>
                        <a:t>Processor</a:t>
                      </a:r>
                    </a:p>
                  </a:txBody>
                  <a:tcPr/>
                </a:tc>
                <a:tc>
                  <a:txBody>
                    <a:bodyPr/>
                    <a:lstStyle/>
                    <a:p>
                      <a:r>
                        <a:rPr sz="900" b="0">
                          <a:solidFill>
                            <a:srgbClr val="222222"/>
                          </a:solidFill>
                          <a:latin typeface="Calibri"/>
                        </a:rPr>
                        <a:t>N/A</a:t>
                      </a:r>
                    </a:p>
                  </a:txBody>
                  <a:tcPr/>
                </a:tc>
                <a:tc>
                  <a:txBody>
                    <a:bodyPr/>
                    <a:lstStyle/>
                    <a:p>
                      <a:r>
                        <a:rPr sz="900" b="0">
                          <a:solidFill>
                            <a:srgbClr val="222222"/>
                          </a:solidFill>
                          <a:latin typeface="Calibri"/>
                        </a:rPr>
                        <a:t>N/A</a:t>
                      </a:r>
                    </a:p>
                  </a:txBody>
                  <a:tcPr/>
                </a:tc>
                <a:tc>
                  <a:txBody>
                    <a:bodyPr/>
                    <a:lstStyle/>
                    <a:p>
                      <a:r>
                        <a:rPr sz="900" b="0">
                          <a:solidFill>
                            <a:srgbClr val="222222"/>
                          </a:solidFill>
                          <a:latin typeface="Calibri"/>
                        </a:rPr>
                        <a:t>N/A</a:t>
                      </a:r>
                    </a:p>
                  </a:txBody>
                  <a:tcPr/>
                </a:tc>
              </a:tr>
              <a:tr h="480060">
                <a:tc>
                  <a:txBody>
                    <a:bodyPr/>
                    <a:lstStyle/>
                    <a:p>
                      <a:r>
                        <a:rPr sz="1000" b="1">
                          <a:solidFill>
                            <a:srgbClr val="222222"/>
                          </a:solidFill>
                          <a:latin typeface="Calibri"/>
                        </a:rPr>
                        <a:t>Memory</a:t>
                      </a:r>
                    </a:p>
                  </a:txBody>
                  <a:tcPr/>
                </a:tc>
                <a:tc>
                  <a:txBody>
                    <a:bodyPr/>
                    <a:lstStyle/>
                    <a:p>
                      <a:r>
                        <a:rPr sz="900" b="0">
                          <a:solidFill>
                            <a:srgbClr val="222222"/>
                          </a:solidFill>
                          <a:latin typeface="Calibri"/>
                        </a:rPr>
                        <a:t>N/A</a:t>
                      </a:r>
                    </a:p>
                  </a:txBody>
                  <a:tcPr/>
                </a:tc>
                <a:tc>
                  <a:txBody>
                    <a:bodyPr/>
                    <a:lstStyle/>
                    <a:p>
                      <a:r>
                        <a:rPr sz="900" b="0">
                          <a:solidFill>
                            <a:srgbClr val="222222"/>
                          </a:solidFill>
                          <a:latin typeface="Calibri"/>
                        </a:rPr>
                        <a:t>N/A</a:t>
                      </a:r>
                    </a:p>
                  </a:txBody>
                  <a:tcPr/>
                </a:tc>
                <a:tc>
                  <a:txBody>
                    <a:bodyPr/>
                    <a:lstStyle/>
                    <a:p>
                      <a:r>
                        <a:rPr sz="900" b="0">
                          <a:solidFill>
                            <a:srgbClr val="222222"/>
                          </a:solidFill>
                          <a:latin typeface="Calibri"/>
                        </a:rPr>
                        <a:t>N/A</a:t>
                      </a:r>
                    </a:p>
                  </a:txBody>
                  <a:tcPr/>
                </a:tc>
              </a:tr>
              <a:tr h="480060">
                <a:tc>
                  <a:txBody>
                    <a:bodyPr/>
                    <a:lstStyle/>
                    <a:p>
                      <a:r>
                        <a:rPr sz="1000" b="1">
                          <a:solidFill>
                            <a:srgbClr val="222222"/>
                          </a:solidFill>
                          <a:latin typeface="Calibri"/>
                        </a:rPr>
                        <a:t>Graphics</a:t>
                      </a:r>
                    </a:p>
                  </a:txBody>
                  <a:tcPr/>
                </a:tc>
                <a:tc>
                  <a:txBody>
                    <a:bodyPr/>
                    <a:lstStyle/>
                    <a:p>
                      <a:r>
                        <a:rPr sz="900" b="0">
                          <a:solidFill>
                            <a:srgbClr val="222222"/>
                          </a:solidFill>
                          <a:latin typeface="Calibri"/>
                        </a:rPr>
                        <a:t>N/A</a:t>
                      </a:r>
                    </a:p>
                  </a:txBody>
                  <a:tcPr/>
                </a:tc>
                <a:tc>
                  <a:txBody>
                    <a:bodyPr/>
                    <a:lstStyle/>
                    <a:p>
                      <a:r>
                        <a:rPr sz="900" b="0">
                          <a:solidFill>
                            <a:srgbClr val="222222"/>
                          </a:solidFill>
                          <a:latin typeface="Calibri"/>
                        </a:rPr>
                        <a:t>N/A</a:t>
                      </a:r>
                    </a:p>
                  </a:txBody>
                  <a:tcPr/>
                </a:tc>
                <a:tc>
                  <a:txBody>
                    <a:bodyPr/>
                    <a:lstStyle/>
                    <a:p>
                      <a:r>
                        <a:rPr sz="900" b="0">
                          <a:solidFill>
                            <a:srgbClr val="222222"/>
                          </a:solidFill>
                          <a:latin typeface="Calibri"/>
                        </a:rPr>
                        <a:t>N/A</a:t>
                      </a:r>
                    </a:p>
                  </a:txBody>
                  <a:tcPr/>
                </a:tc>
              </a:tr>
              <a:tr h="480060">
                <a:tc>
                  <a:txBody>
                    <a:bodyPr/>
                    <a:lstStyle/>
                    <a:p>
                      <a:r>
                        <a:rPr sz="1000" b="1">
                          <a:solidFill>
                            <a:srgbClr val="222222"/>
                          </a:solidFill>
                          <a:latin typeface="Calibri"/>
                        </a:rPr>
                        <a:t>Storage</a:t>
                      </a:r>
                    </a:p>
                  </a:txBody>
                  <a:tcPr/>
                </a:tc>
                <a:tc>
                  <a:txBody>
                    <a:bodyPr/>
                    <a:lstStyle/>
                    <a:p>
                      <a:r>
                        <a:rPr sz="900" b="0">
                          <a:solidFill>
                            <a:srgbClr val="222222"/>
                          </a:solidFill>
                          <a:latin typeface="Calibri"/>
                        </a:rPr>
                        <a:t>N/A</a:t>
                      </a:r>
                    </a:p>
                  </a:txBody>
                  <a:tcPr/>
                </a:tc>
                <a:tc>
                  <a:txBody>
                    <a:bodyPr/>
                    <a:lstStyle/>
                    <a:p>
                      <a:r>
                        <a:rPr sz="900" b="0">
                          <a:solidFill>
                            <a:srgbClr val="222222"/>
                          </a:solidFill>
                          <a:latin typeface="Calibri"/>
                        </a:rPr>
                        <a:t>N/A</a:t>
                      </a:r>
                    </a:p>
                  </a:txBody>
                  <a:tcPr/>
                </a:tc>
                <a:tc>
                  <a:txBody>
                    <a:bodyPr/>
                    <a:lstStyle/>
                    <a:p>
                      <a:r>
                        <a:rPr sz="900" b="0">
                          <a:solidFill>
                            <a:srgbClr val="222222"/>
                          </a:solidFill>
                          <a:latin typeface="Calibri"/>
                        </a:rPr>
                        <a:t>N/A</a:t>
                      </a:r>
                    </a:p>
                  </a:txBody>
                  <a:tcPr/>
                </a:tc>
              </a:tr>
              <a:tr h="480060">
                <a:tc>
                  <a:txBody>
                    <a:bodyPr/>
                    <a:lstStyle/>
                    <a:p>
                      <a:r>
                        <a:rPr sz="1000" b="1">
                          <a:solidFill>
                            <a:srgbClr val="222222"/>
                          </a:solidFill>
                          <a:latin typeface="Calibri"/>
                        </a:rPr>
                        <a:t>Weight</a:t>
                      </a:r>
                    </a:p>
                  </a:txBody>
                  <a:tcPr/>
                </a:tc>
                <a:tc>
                  <a:txBody>
                    <a:bodyPr/>
                    <a:lstStyle/>
                    <a:p>
                      <a:r>
                        <a:rPr sz="900" b="0">
                          <a:solidFill>
                            <a:srgbClr val="222222"/>
                          </a:solidFill>
                          <a:latin typeface="Calibri"/>
                        </a:rPr>
                        <a:t>N/A</a:t>
                      </a:r>
                    </a:p>
                  </a:txBody>
                  <a:tcPr/>
                </a:tc>
                <a:tc>
                  <a:txBody>
                    <a:bodyPr/>
                    <a:lstStyle/>
                    <a:p>
                      <a:r>
                        <a:rPr sz="900" b="0">
                          <a:solidFill>
                            <a:srgbClr val="222222"/>
                          </a:solidFill>
                          <a:latin typeface="Calibri"/>
                        </a:rPr>
                        <a:t>N/A</a:t>
                      </a:r>
                    </a:p>
                  </a:txBody>
                  <a:tcPr/>
                </a:tc>
                <a:tc>
                  <a:txBody>
                    <a:bodyPr/>
                    <a:lstStyle/>
                    <a:p>
                      <a:r>
                        <a:rPr sz="900" b="0">
                          <a:solidFill>
                            <a:srgbClr val="222222"/>
                          </a:solidFill>
                          <a:latin typeface="Calibri"/>
                        </a:rPr>
                        <a:t>N/A</a:t>
                      </a:r>
                    </a:p>
                  </a:txBody>
                  <a:tcPr/>
                </a:tc>
              </a:tr>
              <a:tr h="480060">
                <a:tc>
                  <a:txBody>
                    <a:bodyPr/>
                    <a:lstStyle/>
                    <a:p>
                      <a:r>
                        <a:rPr sz="1000" b="1">
                          <a:solidFill>
                            <a:srgbClr val="222222"/>
                          </a:solidFill>
                          <a:latin typeface="Calibri"/>
                        </a:rPr>
                        <a:t>Power</a:t>
                      </a:r>
                    </a:p>
                  </a:txBody>
                  <a:tcPr/>
                </a:tc>
                <a:tc>
                  <a:txBody>
                    <a:bodyPr/>
                    <a:lstStyle/>
                    <a:p>
                      <a:r>
                        <a:rPr sz="900" b="0">
                          <a:solidFill>
                            <a:srgbClr val="222222"/>
                          </a:solidFill>
                          <a:latin typeface="Calibri"/>
                        </a:rPr>
                        <a:t>N/A</a:t>
                      </a:r>
                    </a:p>
                  </a:txBody>
                  <a:tcPr/>
                </a:tc>
                <a:tc>
                  <a:txBody>
                    <a:bodyPr/>
                    <a:lstStyle/>
                    <a:p>
                      <a:r>
                        <a:rPr sz="900" b="0">
                          <a:solidFill>
                            <a:srgbClr val="222222"/>
                          </a:solidFill>
                          <a:latin typeface="Calibri"/>
                        </a:rPr>
                        <a:t>N/A</a:t>
                      </a:r>
                    </a:p>
                  </a:txBody>
                  <a:tcPr/>
                </a:tc>
                <a:tc>
                  <a:txBody>
                    <a:bodyPr/>
                    <a:lstStyle/>
                    <a:p>
                      <a:r>
                        <a:rPr sz="900" b="0">
                          <a:solidFill>
                            <a:srgbClr val="222222"/>
                          </a:solidFill>
                          <a:latin typeface="Calibri"/>
                        </a:rPr>
                        <a:t>N/A</a:t>
                      </a:r>
                    </a:p>
                  </a:txBody>
                  <a:tcPr/>
                </a:tc>
              </a:tr>
            </a:tbl>
          </a:graphicData>
        </a:graphic>
      </p:graphicFrame>
      <p:sp>
        <p:nvSpPr>
          <p:cNvPr id="4" name="TextBox 3"/>
          <p:cNvSpPr txBox="1"/>
          <p:nvPr/>
        </p:nvSpPr>
        <p:spPr>
          <a:xfrm>
            <a:off x="548640" y="6400800"/>
            <a:ext cx="8229600" cy="457200"/>
          </a:xfrm>
          <a:prstGeom prst="rect">
            <a:avLst/>
          </a:prstGeom>
          <a:noFill/>
        </p:spPr>
        <p:txBody>
          <a:bodyPr wrap="none">
            <a:spAutoFit/>
          </a:bodyPr>
          <a:lstStyle/>
          <a:p>
            <a:pPr algn="l"/>
            <a:r>
              <a:rPr sz="900" b="0">
                <a:solidFill>
                  <a:srgbClr val="787878"/>
                </a:solidFill>
                <a:latin typeface="Calibri"/>
              </a:rPr>
              <a:t>Technical Comparison • Data extracted from product specs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229600" cy="365760"/>
          </a:xfrm>
          <a:prstGeom prst="rect">
            <a:avLst/>
          </a:prstGeom>
          <a:noFill/>
        </p:spPr>
        <p:txBody>
          <a:bodyPr wrap="none">
            <a:spAutoFit/>
          </a:bodyPr>
          <a:lstStyle/>
          <a:p>
            <a:r>
              <a:rPr sz="2000" b="1">
                <a:solidFill>
                  <a:srgbClr val="004279"/>
                </a:solidFill>
                <a:latin typeface="Calibri"/>
              </a:rPr>
              <a:t>Pricing &amp; Availability</a:t>
            </a:r>
          </a:p>
        </p:txBody>
      </p:sp>
      <p:sp>
        <p:nvSpPr>
          <p:cNvPr id="3" name="TextBox 2"/>
          <p:cNvSpPr txBox="1"/>
          <p:nvPr/>
        </p:nvSpPr>
        <p:spPr>
          <a:xfrm>
            <a:off x="548640" y="1097280"/>
            <a:ext cx="8229600" cy="2743200"/>
          </a:xfrm>
          <a:prstGeom prst="rect">
            <a:avLst/>
          </a:prstGeom>
          <a:noFill/>
        </p:spPr>
        <p:txBody>
          <a:bodyPr wrap="none">
            <a:spAutoFit/>
          </a:bodyPr>
          <a:lstStyle/>
          <a:p>
            <a:r>
              <a:rPr sz="1200" b="0">
                <a:solidFill>
                  <a:srgbClr val="222222"/>
                </a:solidFill>
                <a:latin typeface="Calibri"/>
              </a:rPr>
              <a:t>Contact Sales for best quotation and lead times. Suggested starting points:</a:t>
            </a:r>
          </a:p>
          <a:p>
            <a:r>
              <a:rPr sz="1100" b="0">
                <a:solidFill>
                  <a:srgbClr val="222222"/>
                </a:solidFill>
                <a:latin typeface="Calibri"/>
              </a:rPr>
              <a:t>• HP EliteBook 840 G1: Contact Sales</a:t>
            </a:r>
          </a:p>
          <a:p>
            <a:r>
              <a:rPr sz="1100" b="0">
                <a:solidFill>
                  <a:srgbClr val="222222"/>
                </a:solidFill>
                <a:latin typeface="Calibri"/>
              </a:rPr>
              <a:t>• HP ProBook 645 G1: Contact Sales</a:t>
            </a:r>
          </a:p>
          <a:p>
            <a:r>
              <a:rPr sz="1100" b="0">
                <a:solidFill>
                  <a:srgbClr val="222222"/>
                </a:solidFill>
                <a:latin typeface="Calibri"/>
              </a:rPr>
              <a:t>• HP ProBook 640 G1: Contact Sales</a:t>
            </a:r>
          </a:p>
        </p:txBody>
      </p:sp>
      <p:sp>
        <p:nvSpPr>
          <p:cNvPr id="4" name="TextBox 3"/>
          <p:cNvSpPr txBox="1"/>
          <p:nvPr/>
        </p:nvSpPr>
        <p:spPr>
          <a:xfrm>
            <a:off x="548640" y="6400800"/>
            <a:ext cx="8229600" cy="457200"/>
          </a:xfrm>
          <a:prstGeom prst="rect">
            <a:avLst/>
          </a:prstGeom>
          <a:noFill/>
        </p:spPr>
        <p:txBody>
          <a:bodyPr wrap="none">
            <a:spAutoFit/>
          </a:bodyPr>
          <a:lstStyle/>
          <a:p>
            <a:pPr algn="l"/>
            <a:r>
              <a:rPr sz="900" b="0">
                <a:solidFill>
                  <a:srgbClr val="787878"/>
                </a:solidFill>
                <a:latin typeface="Calibri"/>
              </a:rPr>
              <a:t>Pricing indicative; contact HP Sales for firm quotation.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548640"/>
            <a:ext cx="8229600" cy="365760"/>
          </a:xfrm>
          <a:prstGeom prst="rect">
            <a:avLst/>
          </a:prstGeom>
          <a:noFill/>
        </p:spPr>
        <p:txBody>
          <a:bodyPr wrap="none">
            <a:spAutoFit/>
          </a:bodyPr>
          <a:lstStyle/>
          <a:p>
            <a:r>
              <a:rPr sz="2000" b="1">
                <a:solidFill>
                  <a:srgbClr val="004279"/>
                </a:solidFill>
                <a:latin typeface="Calibri"/>
              </a:rPr>
              <a:t>Upsell &amp; Cross-sell Opportunities</a:t>
            </a:r>
          </a:p>
        </p:txBody>
      </p:sp>
      <p:sp>
        <p:nvSpPr>
          <p:cNvPr id="3" name="TextBox 2"/>
          <p:cNvSpPr txBox="1"/>
          <p:nvPr/>
        </p:nvSpPr>
        <p:spPr>
          <a:xfrm>
            <a:off x="548640" y="1097280"/>
            <a:ext cx="8229600" cy="3291840"/>
          </a:xfrm>
          <a:prstGeom prst="rect">
            <a:avLst/>
          </a:prstGeom>
          <a:noFill/>
        </p:spPr>
        <p:txBody>
          <a:bodyPr wrap="none">
            <a:spAutoFit/>
          </a:bodyPr>
          <a:lstStyle/>
          <a:p/>
          <a:p>
            <a:r>
              <a:rPr sz="1200" b="0">
                <a:solidFill>
                  <a:srgbClr val="222222"/>
                </a:solidFill>
                <a:latin typeface="Calibri"/>
              </a:rPr>
              <a:t>• F</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t</a:t>
            </a:r>
          </a:p>
          <a:p>
            <a:r>
              <a:rPr sz="1200" b="0">
                <a:solidFill>
                  <a:srgbClr val="222222"/>
                </a:solidFill>
                <a:latin typeface="Calibri"/>
              </a:rPr>
              <a:t>• h</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c</a:t>
            </a:r>
          </a:p>
          <a:p>
            <a:r>
              <a:rPr sz="1200" b="0">
                <a:solidFill>
                  <a:srgbClr val="222222"/>
                </a:solidFill>
                <a:latin typeface="Calibri"/>
              </a:rPr>
              <a:t>• u</a:t>
            </a:r>
          </a:p>
          <a:p>
            <a:r>
              <a:rPr sz="1200" b="0">
                <a:solidFill>
                  <a:srgbClr val="222222"/>
                </a:solidFill>
                <a:latin typeface="Calibri"/>
              </a:rPr>
              <a:t>• s</a:t>
            </a:r>
          </a:p>
          <a:p>
            <a:r>
              <a:rPr sz="1200" b="0">
                <a:solidFill>
                  <a:srgbClr val="222222"/>
                </a:solidFill>
                <a:latin typeface="Calibri"/>
              </a:rPr>
              <a:t>• t</a:t>
            </a:r>
          </a:p>
          <a:p>
            <a:r>
              <a:rPr sz="1200" b="0">
                <a:solidFill>
                  <a:srgbClr val="222222"/>
                </a:solidFill>
                <a:latin typeface="Calibri"/>
              </a:rPr>
              <a:t>• o</a:t>
            </a:r>
          </a:p>
          <a:p>
            <a:r>
              <a:rPr sz="1200" b="0">
                <a:solidFill>
                  <a:srgbClr val="222222"/>
                </a:solidFill>
                <a:latin typeface="Calibri"/>
              </a:rPr>
              <a:t>• m</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l</a:t>
            </a:r>
          </a:p>
          <a:p>
            <a:r>
              <a:rPr sz="1200" b="0">
                <a:solidFill>
                  <a:srgbClr val="222222"/>
                </a:solidFill>
                <a:latin typeface="Calibri"/>
              </a:rPr>
              <a:t>• o</a:t>
            </a:r>
          </a:p>
          <a:p>
            <a:r>
              <a:rPr sz="1200" b="0">
                <a:solidFill>
                  <a:srgbClr val="222222"/>
                </a:solidFill>
                <a:latin typeface="Calibri"/>
              </a:rPr>
              <a:t>• o</a:t>
            </a:r>
          </a:p>
          <a:p>
            <a:r>
              <a:rPr sz="1200" b="0">
                <a:solidFill>
                  <a:srgbClr val="222222"/>
                </a:solidFill>
                <a:latin typeface="Calibri"/>
              </a:rPr>
              <a:t>• k</a:t>
            </a:r>
          </a:p>
          <a:p>
            <a:r>
              <a:rPr sz="1200" b="0">
                <a:solidFill>
                  <a:srgbClr val="222222"/>
                </a:solidFill>
                <a:latin typeface="Calibri"/>
              </a:rPr>
              <a:t>• i</a:t>
            </a:r>
          </a:p>
          <a:p>
            <a:r>
              <a:rPr sz="1200" b="0">
                <a:solidFill>
                  <a:srgbClr val="222222"/>
                </a:solidFill>
                <a:latin typeface="Calibri"/>
              </a:rPr>
              <a:t>• n</a:t>
            </a:r>
          </a:p>
          <a:p>
            <a:r>
              <a:rPr sz="1200" b="0">
                <a:solidFill>
                  <a:srgbClr val="222222"/>
                </a:solidFill>
                <a:latin typeface="Calibri"/>
              </a:rPr>
              <a:t>• g</a:t>
            </a:r>
          </a:p>
          <a:p>
            <a:r>
              <a:rPr sz="1200" b="0">
                <a:solidFill>
                  <a:srgbClr val="222222"/>
                </a:solidFill>
                <a:latin typeface="Calibri"/>
              </a:rPr>
              <a:t>•  </a:t>
            </a:r>
          </a:p>
          <a:p>
            <a:r>
              <a:rPr sz="1200" b="0">
                <a:solidFill>
                  <a:srgbClr val="222222"/>
                </a:solidFill>
                <a:latin typeface="Calibri"/>
              </a:rPr>
              <a:t>• t</a:t>
            </a:r>
          </a:p>
          <a:p>
            <a:r>
              <a:rPr sz="1200" b="0">
                <a:solidFill>
                  <a:srgbClr val="222222"/>
                </a:solidFill>
                <a:latin typeface="Calibri"/>
              </a:rPr>
              <a:t>• o</a:t>
            </a:r>
          </a:p>
          <a:p>
            <a:r>
              <a:rPr sz="1200" b="0">
                <a:solidFill>
                  <a:srgbClr val="222222"/>
                </a:solidFill>
                <a:latin typeface="Calibri"/>
              </a:rPr>
              <a:t>•  </a:t>
            </a:r>
          </a:p>
          <a:p>
            <a:r>
              <a:rPr sz="1200" b="0">
                <a:solidFill>
                  <a:srgbClr val="222222"/>
                </a:solidFill>
                <a:latin typeface="Calibri"/>
              </a:rPr>
              <a:t>• p</a:t>
            </a:r>
          </a:p>
          <a:p>
            <a:r>
              <a:rPr sz="1200" b="0">
                <a:solidFill>
                  <a:srgbClr val="222222"/>
                </a:solidFill>
                <a:latin typeface="Calibri"/>
              </a:rPr>
              <a:t>• u</a:t>
            </a:r>
          </a:p>
          <a:p>
            <a:r>
              <a:rPr sz="1200" b="0">
                <a:solidFill>
                  <a:srgbClr val="222222"/>
                </a:solidFill>
                <a:latin typeface="Calibri"/>
              </a:rPr>
              <a:t>• r</a:t>
            </a:r>
          </a:p>
          <a:p>
            <a:r>
              <a:rPr sz="1200" b="0">
                <a:solidFill>
                  <a:srgbClr val="222222"/>
                </a:solidFill>
                <a:latin typeface="Calibri"/>
              </a:rPr>
              <a:t>• c</a:t>
            </a:r>
          </a:p>
          <a:p>
            <a:r>
              <a:rPr sz="1200" b="0">
                <a:solidFill>
                  <a:srgbClr val="222222"/>
                </a:solidFill>
                <a:latin typeface="Calibri"/>
              </a:rPr>
              <a:t>• h</a:t>
            </a:r>
          </a:p>
          <a:p>
            <a:r>
              <a:rPr sz="1200" b="0">
                <a:solidFill>
                  <a:srgbClr val="222222"/>
                </a:solidFill>
                <a:latin typeface="Calibri"/>
              </a:rPr>
              <a:t>• a</a:t>
            </a:r>
          </a:p>
          <a:p>
            <a:r>
              <a:rPr sz="1200" b="0">
                <a:solidFill>
                  <a:srgbClr val="222222"/>
                </a:solidFill>
                <a:latin typeface="Calibri"/>
              </a:rPr>
              <a:t>• s</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1</a:t>
            </a:r>
          </a:p>
          <a:p>
            <a:r>
              <a:rPr sz="1200" b="0">
                <a:solidFill>
                  <a:srgbClr val="222222"/>
                </a:solidFill>
                <a:latin typeface="Calibri"/>
              </a:rPr>
              <a:t>• 0</a:t>
            </a:r>
          </a:p>
          <a:p>
            <a:r>
              <a:rPr sz="1200" b="0">
                <a:solidFill>
                  <a:srgbClr val="222222"/>
                </a:solidFill>
                <a:latin typeface="Calibri"/>
              </a:rPr>
              <a:t>•  </a:t>
            </a:r>
          </a:p>
          <a:p>
            <a:r>
              <a:rPr sz="1200" b="0">
                <a:solidFill>
                  <a:srgbClr val="222222"/>
                </a:solidFill>
                <a:latin typeface="Calibri"/>
              </a:rPr>
              <a:t>• n</a:t>
            </a:r>
          </a:p>
          <a:p>
            <a:r>
              <a:rPr sz="1200" b="0">
                <a:solidFill>
                  <a:srgbClr val="222222"/>
                </a:solidFill>
                <a:latin typeface="Calibri"/>
              </a:rPr>
              <a:t>• o</a:t>
            </a:r>
          </a:p>
          <a:p>
            <a:r>
              <a:rPr sz="1200" b="0">
                <a:solidFill>
                  <a:srgbClr val="222222"/>
                </a:solidFill>
                <a:latin typeface="Calibri"/>
              </a:rPr>
              <a:t>• t</a:t>
            </a:r>
          </a:p>
          <a:p>
            <a:r>
              <a:rPr sz="1200" b="0">
                <a:solidFill>
                  <a:srgbClr val="222222"/>
                </a:solidFill>
                <a:latin typeface="Calibri"/>
              </a:rPr>
              <a:t>• e</a:t>
            </a:r>
          </a:p>
          <a:p>
            <a:r>
              <a:rPr sz="1200" b="0">
                <a:solidFill>
                  <a:srgbClr val="222222"/>
                </a:solidFill>
                <a:latin typeface="Calibri"/>
              </a:rPr>
              <a:t>• b</a:t>
            </a:r>
          </a:p>
          <a:p>
            <a:r>
              <a:rPr sz="1200" b="0">
                <a:solidFill>
                  <a:srgbClr val="222222"/>
                </a:solidFill>
                <a:latin typeface="Calibri"/>
              </a:rPr>
              <a:t>• o</a:t>
            </a:r>
          </a:p>
          <a:p>
            <a:r>
              <a:rPr sz="1200" b="0">
                <a:solidFill>
                  <a:srgbClr val="222222"/>
                </a:solidFill>
                <a:latin typeface="Calibri"/>
              </a:rPr>
              <a:t>• o</a:t>
            </a:r>
          </a:p>
          <a:p>
            <a:r>
              <a:rPr sz="1200" b="0">
                <a:solidFill>
                  <a:srgbClr val="222222"/>
                </a:solidFill>
                <a:latin typeface="Calibri"/>
              </a:rPr>
              <a:t>• k</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w</a:t>
            </a:r>
          </a:p>
          <a:p>
            <a:r>
              <a:rPr sz="1200" b="0">
                <a:solidFill>
                  <a:srgbClr val="222222"/>
                </a:solidFill>
                <a:latin typeface="Calibri"/>
              </a:rPr>
              <a:t>• i</a:t>
            </a:r>
          </a:p>
          <a:p>
            <a:r>
              <a:rPr sz="1200" b="0">
                <a:solidFill>
                  <a:srgbClr val="222222"/>
                </a:solidFill>
                <a:latin typeface="Calibri"/>
              </a:rPr>
              <a:t>• t</a:t>
            </a:r>
          </a:p>
          <a:p>
            <a:r>
              <a:rPr sz="1200" b="0">
                <a:solidFill>
                  <a:srgbClr val="222222"/>
                </a:solidFill>
                <a:latin typeface="Calibri"/>
              </a:rPr>
              <a:t>• h</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p</a:t>
            </a:r>
          </a:p>
          <a:p>
            <a:r>
              <a:rPr sz="1200" b="0">
                <a:solidFill>
                  <a:srgbClr val="222222"/>
                </a:solidFill>
                <a:latin typeface="Calibri"/>
              </a:rPr>
              <a:t>• e</a:t>
            </a:r>
          </a:p>
          <a:p>
            <a:r>
              <a:rPr sz="1200" b="0">
                <a:solidFill>
                  <a:srgbClr val="222222"/>
                </a:solidFill>
                <a:latin typeface="Calibri"/>
              </a:rPr>
              <a:t>• c</a:t>
            </a:r>
          </a:p>
          <a:p>
            <a:r>
              <a:rPr sz="1200" b="0">
                <a:solidFill>
                  <a:srgbClr val="222222"/>
                </a:solidFill>
                <a:latin typeface="Calibri"/>
              </a:rPr>
              <a:t>• i</a:t>
            </a:r>
          </a:p>
          <a:p>
            <a:r>
              <a:rPr sz="1200" b="0">
                <a:solidFill>
                  <a:srgbClr val="222222"/>
                </a:solidFill>
                <a:latin typeface="Calibri"/>
              </a:rPr>
              <a:t>• f</a:t>
            </a:r>
          </a:p>
          <a:p>
            <a:r>
              <a:rPr sz="1200" b="0">
                <a:solidFill>
                  <a:srgbClr val="222222"/>
                </a:solidFill>
                <a:latin typeface="Calibri"/>
              </a:rPr>
              <a:t>• i</a:t>
            </a:r>
          </a:p>
          <a:p>
            <a:r>
              <a:rPr sz="1200" b="0">
                <a:solidFill>
                  <a:srgbClr val="222222"/>
                </a:solidFill>
                <a:latin typeface="Calibri"/>
              </a:rPr>
              <a:t>• c</a:t>
            </a:r>
          </a:p>
          <a:p>
            <a:r>
              <a:rPr sz="1200" b="0">
                <a:solidFill>
                  <a:srgbClr val="222222"/>
                </a:solidFill>
                <a:latin typeface="Calibri"/>
              </a:rPr>
              <a:t>•  </a:t>
            </a:r>
          </a:p>
          <a:p>
            <a:r>
              <a:rPr sz="1200" b="0">
                <a:solidFill>
                  <a:srgbClr val="222222"/>
                </a:solidFill>
                <a:latin typeface="Calibri"/>
              </a:rPr>
              <a:t>• r</a:t>
            </a:r>
          </a:p>
          <a:p>
            <a:r>
              <a:rPr sz="1200" b="0">
                <a:solidFill>
                  <a:srgbClr val="222222"/>
                </a:solidFill>
                <a:latin typeface="Calibri"/>
              </a:rPr>
              <a:t>• e</a:t>
            </a:r>
          </a:p>
          <a:p>
            <a:r>
              <a:rPr sz="1200" b="0">
                <a:solidFill>
                  <a:srgbClr val="222222"/>
                </a:solidFill>
                <a:latin typeface="Calibri"/>
              </a:rPr>
              <a:t>• q</a:t>
            </a:r>
          </a:p>
          <a:p>
            <a:r>
              <a:rPr sz="1200" b="0">
                <a:solidFill>
                  <a:srgbClr val="222222"/>
                </a:solidFill>
                <a:latin typeface="Calibri"/>
              </a:rPr>
              <a:t>• u</a:t>
            </a:r>
          </a:p>
          <a:p>
            <a:r>
              <a:rPr sz="1200" b="0">
                <a:solidFill>
                  <a:srgbClr val="222222"/>
                </a:solidFill>
                <a:latin typeface="Calibri"/>
              </a:rPr>
              <a:t>• i</a:t>
            </a:r>
          </a:p>
          <a:p>
            <a:r>
              <a:rPr sz="1200" b="0">
                <a:solidFill>
                  <a:srgbClr val="222222"/>
                </a:solidFill>
                <a:latin typeface="Calibri"/>
              </a:rPr>
              <a:t>• r</a:t>
            </a:r>
          </a:p>
          <a:p>
            <a:r>
              <a:rPr sz="1200" b="0">
                <a:solidFill>
                  <a:srgbClr val="222222"/>
                </a:solidFill>
                <a:latin typeface="Calibri"/>
              </a:rPr>
              <a:t>• e</a:t>
            </a:r>
          </a:p>
          <a:p>
            <a:r>
              <a:rPr sz="1200" b="0">
                <a:solidFill>
                  <a:srgbClr val="222222"/>
                </a:solidFill>
                <a:latin typeface="Calibri"/>
              </a:rPr>
              <a:t>• m</a:t>
            </a:r>
          </a:p>
          <a:p>
            <a:r>
              <a:rPr sz="1200" b="0">
                <a:solidFill>
                  <a:srgbClr val="222222"/>
                </a:solidFill>
                <a:latin typeface="Calibri"/>
              </a:rPr>
              <a:t>• e</a:t>
            </a:r>
          </a:p>
          <a:p>
            <a:r>
              <a:rPr sz="1200" b="0">
                <a:solidFill>
                  <a:srgbClr val="222222"/>
                </a:solidFill>
                <a:latin typeface="Calibri"/>
              </a:rPr>
              <a:t>• n</a:t>
            </a:r>
          </a:p>
          <a:p>
            <a:r>
              <a:rPr sz="1200" b="0">
                <a:solidFill>
                  <a:srgbClr val="222222"/>
                </a:solidFill>
                <a:latin typeface="Calibri"/>
              </a:rPr>
              <a:t>• t</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8</a:t>
            </a:r>
          </a:p>
          <a:p>
            <a:r>
              <a:rPr sz="1200" b="0">
                <a:solidFill>
                  <a:srgbClr val="222222"/>
                </a:solidFill>
                <a:latin typeface="Calibri"/>
              </a:rPr>
              <a:t>• G</a:t>
            </a:r>
          </a:p>
          <a:p>
            <a:r>
              <a:rPr sz="1200" b="0">
                <a:solidFill>
                  <a:srgbClr val="222222"/>
                </a:solidFill>
                <a:latin typeface="Calibri"/>
              </a:rPr>
              <a:t>• B</a:t>
            </a:r>
          </a:p>
          <a:p>
            <a:r>
              <a:rPr sz="1200" b="0">
                <a:solidFill>
                  <a:srgbClr val="222222"/>
                </a:solidFill>
                <a:latin typeface="Calibri"/>
              </a:rPr>
              <a:t>•  </a:t>
            </a:r>
          </a:p>
          <a:p>
            <a:r>
              <a:rPr sz="1200" b="0">
                <a:solidFill>
                  <a:srgbClr val="222222"/>
                </a:solidFill>
                <a:latin typeface="Calibri"/>
              </a:rPr>
              <a:t>• R</a:t>
            </a:r>
          </a:p>
          <a:p>
            <a:r>
              <a:rPr sz="1200" b="0">
                <a:solidFill>
                  <a:srgbClr val="222222"/>
                </a:solidFill>
                <a:latin typeface="Calibri"/>
              </a:rPr>
              <a:t>• A</a:t>
            </a:r>
          </a:p>
          <a:p>
            <a:r>
              <a:rPr sz="1200" b="0">
                <a:solidFill>
                  <a:srgbClr val="222222"/>
                </a:solidFill>
                <a:latin typeface="Calibri"/>
              </a:rPr>
              <a:t>• M</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d</a:t>
            </a:r>
          </a:p>
          <a:p>
            <a:r>
              <a:rPr sz="1200" b="0">
                <a:solidFill>
                  <a:srgbClr val="222222"/>
                </a:solidFill>
                <a:latin typeface="Calibri"/>
              </a:rPr>
              <a:t>• e</a:t>
            </a:r>
          </a:p>
          <a:p>
            <a:r>
              <a:rPr sz="1200" b="0">
                <a:solidFill>
                  <a:srgbClr val="222222"/>
                </a:solidFill>
                <a:latin typeface="Calibri"/>
              </a:rPr>
              <a:t>• d</a:t>
            </a:r>
          </a:p>
          <a:p>
            <a:r>
              <a:rPr sz="1200" b="0">
                <a:solidFill>
                  <a:srgbClr val="222222"/>
                </a:solidFill>
                <a:latin typeface="Calibri"/>
              </a:rPr>
              <a:t>• i</a:t>
            </a:r>
          </a:p>
          <a:p>
            <a:r>
              <a:rPr sz="1200" b="0">
                <a:solidFill>
                  <a:srgbClr val="222222"/>
                </a:solidFill>
                <a:latin typeface="Calibri"/>
              </a:rPr>
              <a:t>• c</a:t>
            </a:r>
          </a:p>
          <a:p>
            <a:r>
              <a:rPr sz="1200" b="0">
                <a:solidFill>
                  <a:srgbClr val="222222"/>
                </a:solidFill>
                <a:latin typeface="Calibri"/>
              </a:rPr>
              <a:t>• a</a:t>
            </a:r>
          </a:p>
          <a:p>
            <a:r>
              <a:rPr sz="1200" b="0">
                <a:solidFill>
                  <a:srgbClr val="222222"/>
                </a:solidFill>
                <a:latin typeface="Calibri"/>
              </a:rPr>
              <a:t>• t</a:t>
            </a:r>
          </a:p>
          <a:p>
            <a:r>
              <a:rPr sz="1200" b="0">
                <a:solidFill>
                  <a:srgbClr val="222222"/>
                </a:solidFill>
                <a:latin typeface="Calibri"/>
              </a:rPr>
              <a:t>• e</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G</a:t>
            </a:r>
          </a:p>
          <a:p>
            <a:r>
              <a:rPr sz="1200" b="0">
                <a:solidFill>
                  <a:srgbClr val="222222"/>
                </a:solidFill>
                <a:latin typeface="Calibri"/>
              </a:rPr>
              <a:t>• P</a:t>
            </a:r>
          </a:p>
          <a:p>
            <a:r>
              <a:rPr sz="1200" b="0">
                <a:solidFill>
                  <a:srgbClr val="222222"/>
                </a:solidFill>
                <a:latin typeface="Calibri"/>
              </a:rPr>
              <a:t>• U</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l</a:t>
            </a:r>
          </a:p>
          <a:p>
            <a:r>
              <a:rPr sz="1200" b="0">
                <a:solidFill>
                  <a:srgbClr val="222222"/>
                </a:solidFill>
                <a:latin typeface="Calibri"/>
              </a:rPr>
              <a:t>• i</a:t>
            </a:r>
          </a:p>
          <a:p>
            <a:r>
              <a:rPr sz="1200" b="0">
                <a:solidFill>
                  <a:srgbClr val="222222"/>
                </a:solidFill>
                <a:latin typeface="Calibri"/>
              </a:rPr>
              <a:t>• g</a:t>
            </a:r>
          </a:p>
          <a:p>
            <a:r>
              <a:rPr sz="1200" b="0">
                <a:solidFill>
                  <a:srgbClr val="222222"/>
                </a:solidFill>
                <a:latin typeface="Calibri"/>
              </a:rPr>
              <a:t>• h</a:t>
            </a:r>
          </a:p>
          <a:p>
            <a:r>
              <a:rPr sz="1200" b="0">
                <a:solidFill>
                  <a:srgbClr val="222222"/>
                </a:solidFill>
                <a:latin typeface="Calibri"/>
              </a:rPr>
              <a:t>• t</a:t>
            </a:r>
          </a:p>
          <a:p>
            <a:r>
              <a:rPr sz="1200" b="0">
                <a:solidFill>
                  <a:srgbClr val="222222"/>
                </a:solidFill>
                <a:latin typeface="Calibri"/>
              </a:rPr>
              <a:t>• w</a:t>
            </a:r>
          </a:p>
          <a:p>
            <a:r>
              <a:rPr sz="1200" b="0">
                <a:solidFill>
                  <a:srgbClr val="222222"/>
                </a:solidFill>
                <a:latin typeface="Calibri"/>
              </a:rPr>
              <a:t>• e</a:t>
            </a:r>
          </a:p>
          <a:p>
            <a:r>
              <a:rPr sz="1200" b="0">
                <a:solidFill>
                  <a:srgbClr val="222222"/>
                </a:solidFill>
                <a:latin typeface="Calibri"/>
              </a:rPr>
              <a:t>• i</a:t>
            </a:r>
          </a:p>
          <a:p>
            <a:r>
              <a:rPr sz="1200" b="0">
                <a:solidFill>
                  <a:srgbClr val="222222"/>
                </a:solidFill>
                <a:latin typeface="Calibri"/>
              </a:rPr>
              <a:t>• g</a:t>
            </a:r>
          </a:p>
          <a:p>
            <a:r>
              <a:rPr sz="1200" b="0">
                <a:solidFill>
                  <a:srgbClr val="222222"/>
                </a:solidFill>
                <a:latin typeface="Calibri"/>
              </a:rPr>
              <a:t>• h</a:t>
            </a:r>
          </a:p>
          <a:p>
            <a:r>
              <a:rPr sz="1200" b="0">
                <a:solidFill>
                  <a:srgbClr val="222222"/>
                </a:solidFill>
                <a:latin typeface="Calibri"/>
              </a:rPr>
              <a:t>• t</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a</a:t>
            </a:r>
          </a:p>
          <a:p>
            <a:r>
              <a:rPr sz="1200" b="0">
                <a:solidFill>
                  <a:srgbClr val="222222"/>
                </a:solidFill>
                <a:latin typeface="Calibri"/>
              </a:rPr>
              <a:t>•  </a:t>
            </a:r>
          </a:p>
          <a:p>
            <a:r>
              <a:rPr sz="1200" b="0">
                <a:solidFill>
                  <a:srgbClr val="222222"/>
                </a:solidFill>
                <a:latin typeface="Calibri"/>
              </a:rPr>
              <a:t>• b</a:t>
            </a:r>
          </a:p>
          <a:p>
            <a:r>
              <a:rPr sz="1200" b="0">
                <a:solidFill>
                  <a:srgbClr val="222222"/>
                </a:solidFill>
                <a:latin typeface="Calibri"/>
              </a:rPr>
              <a:t>• u</a:t>
            </a:r>
          </a:p>
          <a:p>
            <a:r>
              <a:rPr sz="1200" b="0">
                <a:solidFill>
                  <a:srgbClr val="222222"/>
                </a:solidFill>
                <a:latin typeface="Calibri"/>
              </a:rPr>
              <a:t>• d</a:t>
            </a:r>
          </a:p>
          <a:p>
            <a:r>
              <a:rPr sz="1200" b="0">
                <a:solidFill>
                  <a:srgbClr val="222222"/>
                </a:solidFill>
                <a:latin typeface="Calibri"/>
              </a:rPr>
              <a:t>• g</a:t>
            </a:r>
          </a:p>
          <a:p>
            <a:r>
              <a:rPr sz="1200" b="0">
                <a:solidFill>
                  <a:srgbClr val="222222"/>
                </a:solidFill>
                <a:latin typeface="Calibri"/>
              </a:rPr>
              <a:t>• e</a:t>
            </a:r>
          </a:p>
          <a:p>
            <a:r>
              <a:rPr sz="1200" b="0">
                <a:solidFill>
                  <a:srgbClr val="222222"/>
                </a:solidFill>
                <a:latin typeface="Calibri"/>
              </a:rPr>
              <a:t>• t</a:t>
            </a:r>
          </a:p>
          <a:p>
            <a:r>
              <a:rPr sz="1200" b="0">
                <a:solidFill>
                  <a:srgbClr val="222222"/>
                </a:solidFill>
                <a:latin typeface="Calibri"/>
              </a:rPr>
              <a:t>•  </a:t>
            </a:r>
          </a:p>
          <a:p>
            <a:r>
              <a:rPr sz="1200" b="0">
                <a:solidFill>
                  <a:srgbClr val="222222"/>
                </a:solidFill>
                <a:latin typeface="Calibri"/>
              </a:rPr>
              <a:t>• o</a:t>
            </a:r>
          </a:p>
          <a:p>
            <a:r>
              <a:rPr sz="1200" b="0">
                <a:solidFill>
                  <a:srgbClr val="222222"/>
                </a:solidFill>
                <a:latin typeface="Calibri"/>
              </a:rPr>
              <a:t>• f</a:t>
            </a:r>
          </a:p>
          <a:p>
            <a:r>
              <a:rPr sz="1200" b="0">
                <a:solidFill>
                  <a:srgbClr val="222222"/>
                </a:solidFill>
                <a:latin typeface="Calibri"/>
              </a:rPr>
              <a:t>•  </a:t>
            </a:r>
          </a:p>
          <a:p>
            <a:r>
              <a:rPr sz="1200" b="0">
                <a:solidFill>
                  <a:srgbClr val="222222"/>
                </a:solidFill>
                <a:latin typeface="Calibri"/>
              </a:rPr>
              <a:t>• 1</a:t>
            </a:r>
          </a:p>
          <a:p>
            <a:r>
              <a:rPr sz="1200" b="0">
                <a:solidFill>
                  <a:srgbClr val="222222"/>
                </a:solidFill>
                <a:latin typeface="Calibri"/>
              </a:rPr>
              <a:t>• 0</a:t>
            </a:r>
          </a:p>
          <a:p>
            <a:r>
              <a:rPr sz="1200" b="0">
                <a:solidFill>
                  <a:srgbClr val="222222"/>
                </a:solidFill>
                <a:latin typeface="Calibri"/>
              </a:rPr>
              <a:t>• 0</a:t>
            </a:r>
          </a:p>
          <a:p>
            <a:r>
              <a:rPr sz="1200" b="0">
                <a:solidFill>
                  <a:srgbClr val="222222"/>
                </a:solidFill>
                <a:latin typeface="Calibri"/>
              </a:rPr>
              <a:t>• ,</a:t>
            </a:r>
          </a:p>
          <a:p>
            <a:r>
              <a:rPr sz="1200" b="0">
                <a:solidFill>
                  <a:srgbClr val="222222"/>
                </a:solidFill>
                <a:latin typeface="Calibri"/>
              </a:rPr>
              <a:t>• 0</a:t>
            </a:r>
          </a:p>
          <a:p>
            <a:r>
              <a:rPr sz="1200" b="0">
                <a:solidFill>
                  <a:srgbClr val="222222"/>
                </a:solidFill>
                <a:latin typeface="Calibri"/>
              </a:rPr>
              <a:t>• 0</a:t>
            </a:r>
          </a:p>
          <a:p>
            <a:r>
              <a:rPr sz="1200" b="0">
                <a:solidFill>
                  <a:srgbClr val="222222"/>
                </a:solidFill>
                <a:latin typeface="Calibri"/>
              </a:rPr>
              <a:t>• 0</a:t>
            </a:r>
          </a:p>
          <a:p>
            <a:r>
              <a:rPr sz="1200" b="0">
                <a:solidFill>
                  <a:srgbClr val="222222"/>
                </a:solidFill>
                <a:latin typeface="Calibri"/>
              </a:rPr>
              <a:t>•  </a:t>
            </a:r>
          </a:p>
          <a:p>
            <a:r>
              <a:rPr sz="1200" b="0">
                <a:solidFill>
                  <a:srgbClr val="222222"/>
                </a:solidFill>
                <a:latin typeface="Calibri"/>
              </a:rPr>
              <a:t>• p</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u</a:t>
            </a:r>
          </a:p>
          <a:p>
            <a:r>
              <a:rPr sz="1200" b="0">
                <a:solidFill>
                  <a:srgbClr val="222222"/>
                </a:solidFill>
                <a:latin typeface="Calibri"/>
              </a:rPr>
              <a:t>• n</a:t>
            </a:r>
          </a:p>
          <a:p>
            <a:r>
              <a:rPr sz="1200" b="0">
                <a:solidFill>
                  <a:srgbClr val="222222"/>
                </a:solidFill>
                <a:latin typeface="Calibri"/>
              </a:rPr>
              <a:t>• i</a:t>
            </a:r>
          </a:p>
          <a:p>
            <a:r>
              <a:rPr sz="1200" b="0">
                <a:solidFill>
                  <a:srgbClr val="222222"/>
                </a:solidFill>
                <a:latin typeface="Calibri"/>
              </a:rPr>
              <a:t>• t</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h</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a</a:t>
            </a:r>
          </a:p>
          <a:p>
            <a:r>
              <a:rPr sz="1200" b="0">
                <a:solidFill>
                  <a:srgbClr val="222222"/>
                </a:solidFill>
                <a:latin typeface="Calibri"/>
              </a:rPr>
              <a:t>• r</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o</a:t>
            </a:r>
          </a:p>
          <a:p>
            <a:r>
              <a:rPr sz="1200" b="0">
                <a:solidFill>
                  <a:srgbClr val="222222"/>
                </a:solidFill>
                <a:latin typeface="Calibri"/>
              </a:rPr>
              <a:t>• m</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u</a:t>
            </a:r>
          </a:p>
          <a:p>
            <a:r>
              <a:rPr sz="1200" b="0">
                <a:solidFill>
                  <a:srgbClr val="222222"/>
                </a:solidFill>
                <a:latin typeface="Calibri"/>
              </a:rPr>
              <a:t>• p</a:t>
            </a:r>
          </a:p>
          <a:p>
            <a:r>
              <a:rPr sz="1200" b="0">
                <a:solidFill>
                  <a:srgbClr val="222222"/>
                </a:solidFill>
                <a:latin typeface="Calibri"/>
              </a:rPr>
              <a:t>• s</a:t>
            </a:r>
          </a:p>
          <a:p>
            <a:r>
              <a:rPr sz="1200" b="0">
                <a:solidFill>
                  <a:srgbClr val="222222"/>
                </a:solidFill>
                <a:latin typeface="Calibri"/>
              </a:rPr>
              <a:t>• e</a:t>
            </a:r>
          </a:p>
          <a:p>
            <a:r>
              <a:rPr sz="1200" b="0">
                <a:solidFill>
                  <a:srgbClr val="222222"/>
                </a:solidFill>
                <a:latin typeface="Calibri"/>
              </a:rPr>
              <a:t>• l</a:t>
            </a:r>
          </a:p>
          <a:p>
            <a:r>
              <a:rPr sz="1200" b="0">
                <a:solidFill>
                  <a:srgbClr val="222222"/>
                </a:solidFill>
                <a:latin typeface="Calibri"/>
              </a:rPr>
              <a:t>• l</a:t>
            </a:r>
          </a:p>
          <a:p>
            <a:r>
              <a:rPr sz="1200" b="0">
                <a:solidFill>
                  <a:srgbClr val="222222"/>
                </a:solidFill>
                <a:latin typeface="Calibri"/>
              </a:rPr>
              <a:t>•  </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c</a:t>
            </a:r>
          </a:p>
          <a:p>
            <a:r>
              <a:rPr sz="1200" b="0">
                <a:solidFill>
                  <a:srgbClr val="222222"/>
                </a:solidFill>
                <a:latin typeface="Calibri"/>
              </a:rPr>
              <a:t>• r</a:t>
            </a:r>
          </a:p>
          <a:p>
            <a:r>
              <a:rPr sz="1200" b="0">
                <a:solidFill>
                  <a:srgbClr val="222222"/>
                </a:solidFill>
                <a:latin typeface="Calibri"/>
              </a:rPr>
              <a:t>• o</a:t>
            </a:r>
          </a:p>
          <a:p>
            <a:r>
              <a:rPr sz="1200" b="0">
                <a:solidFill>
                  <a:srgbClr val="222222"/>
                </a:solidFill>
                <a:latin typeface="Calibri"/>
              </a:rPr>
              <a:t>• s</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e</a:t>
            </a:r>
          </a:p>
          <a:p>
            <a:r>
              <a:rPr sz="1200" b="0">
                <a:solidFill>
                  <a:srgbClr val="222222"/>
                </a:solidFill>
                <a:latin typeface="Calibri"/>
              </a:rPr>
              <a:t>• l</a:t>
            </a:r>
          </a:p>
          <a:p>
            <a:r>
              <a:rPr sz="1200" b="0">
                <a:solidFill>
                  <a:srgbClr val="222222"/>
                </a:solidFill>
                <a:latin typeface="Calibri"/>
              </a:rPr>
              <a:t>• l</a:t>
            </a:r>
          </a:p>
          <a:p>
            <a:r>
              <a:rPr sz="1200" b="0">
                <a:solidFill>
                  <a:srgbClr val="222222"/>
                </a:solidFill>
                <a:latin typeface="Calibri"/>
              </a:rPr>
              <a:t>•  </a:t>
            </a:r>
          </a:p>
          <a:p>
            <a:r>
              <a:rPr sz="1200" b="0">
                <a:solidFill>
                  <a:srgbClr val="222222"/>
                </a:solidFill>
                <a:latin typeface="Calibri"/>
              </a:rPr>
              <a:t>• o</a:t>
            </a:r>
          </a:p>
          <a:p>
            <a:r>
              <a:rPr sz="1200" b="0">
                <a:solidFill>
                  <a:srgbClr val="222222"/>
                </a:solidFill>
                <a:latin typeface="Calibri"/>
              </a:rPr>
              <a:t>• p</a:t>
            </a:r>
          </a:p>
          <a:p>
            <a:r>
              <a:rPr sz="1200" b="0">
                <a:solidFill>
                  <a:srgbClr val="222222"/>
                </a:solidFill>
                <a:latin typeface="Calibri"/>
              </a:rPr>
              <a:t>• p</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t</a:t>
            </a:r>
          </a:p>
          <a:p>
            <a:r>
              <a:rPr sz="1200" b="0">
                <a:solidFill>
                  <a:srgbClr val="222222"/>
                </a:solidFill>
                <a:latin typeface="Calibri"/>
              </a:rPr>
              <a:t>• u</a:t>
            </a:r>
          </a:p>
          <a:p>
            <a:r>
              <a:rPr sz="1200" b="0">
                <a:solidFill>
                  <a:srgbClr val="222222"/>
                </a:solidFill>
                <a:latin typeface="Calibri"/>
              </a:rPr>
              <a:t>• n</a:t>
            </a:r>
          </a:p>
          <a:p>
            <a:r>
              <a:rPr sz="1200" b="0">
                <a:solidFill>
                  <a:srgbClr val="222222"/>
                </a:solidFill>
                <a:latin typeface="Calibri"/>
              </a:rPr>
              <a:t>• i</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b</a:t>
            </a:r>
          </a:p>
          <a:p>
            <a:r>
              <a:rPr sz="1200" b="0">
                <a:solidFill>
                  <a:srgbClr val="222222"/>
                </a:solidFill>
                <a:latin typeface="Calibri"/>
              </a:rPr>
              <a:t>• a</a:t>
            </a:r>
          </a:p>
          <a:p>
            <a:r>
              <a:rPr sz="1200" b="0">
                <a:solidFill>
                  <a:srgbClr val="222222"/>
                </a:solidFill>
                <a:latin typeface="Calibri"/>
              </a:rPr>
              <a:t>• s</a:t>
            </a:r>
          </a:p>
          <a:p>
            <a:r>
              <a:rPr sz="1200" b="0">
                <a:solidFill>
                  <a:srgbClr val="222222"/>
                </a:solidFill>
                <a:latin typeface="Calibri"/>
              </a:rPr>
              <a:t>• e</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o</a:t>
            </a:r>
          </a:p>
          <a:p>
            <a:r>
              <a:rPr sz="1200" b="0">
                <a:solidFill>
                  <a:srgbClr val="222222"/>
                </a:solidFill>
                <a:latin typeface="Calibri"/>
              </a:rPr>
              <a:t>• n</a:t>
            </a:r>
          </a:p>
          <a:p>
            <a:r>
              <a:rPr sz="1200" b="0">
                <a:solidFill>
                  <a:srgbClr val="222222"/>
                </a:solidFill>
                <a:latin typeface="Calibri"/>
              </a:rPr>
              <a:t>•  </a:t>
            </a:r>
          </a:p>
          <a:p>
            <a:r>
              <a:rPr sz="1200" b="0">
                <a:solidFill>
                  <a:srgbClr val="222222"/>
                </a:solidFill>
                <a:latin typeface="Calibri"/>
              </a:rPr>
              <a:t>• p</a:t>
            </a:r>
          </a:p>
          <a:p>
            <a:r>
              <a:rPr sz="1200" b="0">
                <a:solidFill>
                  <a:srgbClr val="222222"/>
                </a:solidFill>
                <a:latin typeface="Calibri"/>
              </a:rPr>
              <a:t>• r</a:t>
            </a:r>
          </a:p>
          <a:p>
            <a:r>
              <a:rPr sz="1200" b="0">
                <a:solidFill>
                  <a:srgbClr val="222222"/>
                </a:solidFill>
                <a:latin typeface="Calibri"/>
              </a:rPr>
              <a:t>• o</a:t>
            </a:r>
          </a:p>
          <a:p>
            <a:r>
              <a:rPr sz="1200" b="0">
                <a:solidFill>
                  <a:srgbClr val="222222"/>
                </a:solidFill>
                <a:latin typeface="Calibri"/>
              </a:rPr>
              <a:t>• d</a:t>
            </a:r>
          </a:p>
          <a:p>
            <a:r>
              <a:rPr sz="1200" b="0">
                <a:solidFill>
                  <a:srgbClr val="222222"/>
                </a:solidFill>
                <a:latin typeface="Calibri"/>
              </a:rPr>
              <a:t>• u</a:t>
            </a:r>
          </a:p>
          <a:p>
            <a:r>
              <a:rPr sz="1200" b="0">
                <a:solidFill>
                  <a:srgbClr val="222222"/>
                </a:solidFill>
                <a:latin typeface="Calibri"/>
              </a:rPr>
              <a:t>• c</a:t>
            </a:r>
          </a:p>
          <a:p>
            <a:r>
              <a:rPr sz="1200" b="0">
                <a:solidFill>
                  <a:srgbClr val="222222"/>
                </a:solidFill>
                <a:latin typeface="Calibri"/>
              </a:rPr>
              <a:t>• t</a:t>
            </a:r>
          </a:p>
          <a:p>
            <a:r>
              <a:rPr sz="1200" b="0">
                <a:solidFill>
                  <a:srgbClr val="222222"/>
                </a:solidFill>
                <a:latin typeface="Calibri"/>
              </a:rPr>
              <a:t>•  </a:t>
            </a:r>
          </a:p>
          <a:p>
            <a:r>
              <a:rPr sz="1200" b="0">
                <a:solidFill>
                  <a:srgbClr val="222222"/>
                </a:solidFill>
                <a:latin typeface="Calibri"/>
              </a:rPr>
              <a:t>• u</a:t>
            </a:r>
          </a:p>
          <a:p>
            <a:r>
              <a:rPr sz="1200" b="0">
                <a:solidFill>
                  <a:srgbClr val="222222"/>
                </a:solidFill>
                <a:latin typeface="Calibri"/>
              </a:rPr>
              <a:t>• s</a:t>
            </a:r>
          </a:p>
          <a:p>
            <a:r>
              <a:rPr sz="1200" b="0">
                <a:solidFill>
                  <a:srgbClr val="222222"/>
                </a:solidFill>
                <a:latin typeface="Calibri"/>
              </a:rPr>
              <a:t>• a</a:t>
            </a:r>
          </a:p>
          <a:p>
            <a:r>
              <a:rPr sz="1200" b="0">
                <a:solidFill>
                  <a:srgbClr val="222222"/>
                </a:solidFill>
                <a:latin typeface="Calibri"/>
              </a:rPr>
              <a:t>• g</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H</a:t>
            </a:r>
          </a:p>
          <a:p>
            <a:r>
              <a:rPr sz="1200" b="0">
                <a:solidFill>
                  <a:srgbClr val="222222"/>
                </a:solidFill>
                <a:latin typeface="Calibri"/>
              </a:rPr>
              <a:t>• P</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a</a:t>
            </a:r>
          </a:p>
          <a:p>
            <a:r>
              <a:rPr sz="1200" b="0">
                <a:solidFill>
                  <a:srgbClr val="222222"/>
                </a:solidFill>
                <a:latin typeface="Calibri"/>
              </a:rPr>
              <a:t>• c</a:t>
            </a:r>
          </a:p>
          <a:p>
            <a:r>
              <a:rPr sz="1200" b="0">
                <a:solidFill>
                  <a:srgbClr val="222222"/>
                </a:solidFill>
                <a:latin typeface="Calibri"/>
              </a:rPr>
              <a:t>• c</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s</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y</a:t>
            </a:r>
          </a:p>
          <a:p>
            <a:r>
              <a:rPr sz="1200" b="0">
                <a:solidFill>
                  <a:srgbClr val="222222"/>
                </a:solidFill>
                <a:latin typeface="Calibri"/>
              </a:rPr>
              <a:t>•  </a:t>
            </a:r>
          </a:p>
          <a:p>
            <a:r>
              <a:rPr sz="1200" b="0">
                <a:solidFill>
                  <a:srgbClr val="222222"/>
                </a:solidFill>
                <a:latin typeface="Calibri"/>
              </a:rPr>
              <a:t>• e</a:t>
            </a:r>
          </a:p>
          <a:p>
            <a:r>
              <a:rPr sz="1200" b="0">
                <a:solidFill>
                  <a:srgbClr val="222222"/>
                </a:solidFill>
                <a:latin typeface="Calibri"/>
              </a:rPr>
              <a:t>• c</a:t>
            </a:r>
          </a:p>
          <a:p>
            <a:r>
              <a:rPr sz="1200" b="0">
                <a:solidFill>
                  <a:srgbClr val="222222"/>
                </a:solidFill>
                <a:latin typeface="Calibri"/>
              </a:rPr>
              <a:t>• o</a:t>
            </a:r>
          </a:p>
          <a:p>
            <a:r>
              <a:rPr sz="1200" b="0">
                <a:solidFill>
                  <a:srgbClr val="222222"/>
                </a:solidFill>
                <a:latin typeface="Calibri"/>
              </a:rPr>
              <a:t>• s</a:t>
            </a:r>
          </a:p>
          <a:p>
            <a:r>
              <a:rPr sz="1200" b="0">
                <a:solidFill>
                  <a:srgbClr val="222222"/>
                </a:solidFill>
                <a:latin typeface="Calibri"/>
              </a:rPr>
              <a:t>• y</a:t>
            </a:r>
          </a:p>
          <a:p>
            <a:r>
              <a:rPr sz="1200" b="0">
                <a:solidFill>
                  <a:srgbClr val="222222"/>
                </a:solidFill>
                <a:latin typeface="Calibri"/>
              </a:rPr>
              <a:t>• s</a:t>
            </a:r>
          </a:p>
          <a:p>
            <a:r>
              <a:rPr sz="1200" b="0">
                <a:solidFill>
                  <a:srgbClr val="222222"/>
                </a:solidFill>
                <a:latin typeface="Calibri"/>
              </a:rPr>
              <a:t>• t</a:t>
            </a:r>
          </a:p>
          <a:p>
            <a:r>
              <a:rPr sz="1200" b="0">
                <a:solidFill>
                  <a:srgbClr val="222222"/>
                </a:solidFill>
                <a:latin typeface="Calibri"/>
              </a:rPr>
              <a:t>• e</a:t>
            </a:r>
          </a:p>
          <a:p>
            <a:r>
              <a:rPr sz="1200" b="0">
                <a:solidFill>
                  <a:srgbClr val="222222"/>
                </a:solidFill>
                <a:latin typeface="Calibri"/>
              </a:rPr>
              <a:t>• m</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e</a:t>
            </a:r>
          </a:p>
          <a:p>
            <a:r>
              <a:rPr sz="1200" b="0">
                <a:solidFill>
                  <a:srgbClr val="222222"/>
                </a:solidFill>
                <a:latin typeface="Calibri"/>
              </a:rPr>
              <a:t>• n</a:t>
            </a:r>
          </a:p>
          <a:p>
            <a:r>
              <a:rPr sz="1200" b="0">
                <a:solidFill>
                  <a:srgbClr val="222222"/>
                </a:solidFill>
                <a:latin typeface="Calibri"/>
              </a:rPr>
              <a:t>• h</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c</a:t>
            </a:r>
          </a:p>
          <a:p>
            <a:r>
              <a:rPr sz="1200" b="0">
                <a:solidFill>
                  <a:srgbClr val="222222"/>
                </a:solidFill>
                <a:latin typeface="Calibri"/>
              </a:rPr>
              <a:t>• e</a:t>
            </a:r>
          </a:p>
          <a:p>
            <a:r>
              <a:rPr sz="1200" b="0">
                <a:solidFill>
                  <a:srgbClr val="222222"/>
                </a:solidFill>
                <a:latin typeface="Calibri"/>
              </a:rPr>
              <a:t>• m</a:t>
            </a:r>
          </a:p>
          <a:p>
            <a:r>
              <a:rPr sz="1200" b="0">
                <a:solidFill>
                  <a:srgbClr val="222222"/>
                </a:solidFill>
                <a:latin typeface="Calibri"/>
              </a:rPr>
              <a:t>• e</a:t>
            </a:r>
          </a:p>
          <a:p>
            <a:r>
              <a:rPr sz="1200" b="0">
                <a:solidFill>
                  <a:srgbClr val="222222"/>
                </a:solidFill>
                <a:latin typeface="Calibri"/>
              </a:rPr>
              <a:t>• n</a:t>
            </a:r>
          </a:p>
          <a:p>
            <a:r>
              <a:rPr sz="1200" b="0">
                <a:solidFill>
                  <a:srgbClr val="222222"/>
                </a:solidFill>
                <a:latin typeface="Calibri"/>
              </a:rPr>
              <a:t>• t</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f</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p</a:t>
            </a:r>
          </a:p>
          <a:p>
            <a:r>
              <a:rPr sz="1200" b="0">
                <a:solidFill>
                  <a:srgbClr val="222222"/>
                </a:solidFill>
                <a:latin typeface="Calibri"/>
              </a:rPr>
              <a:t>• r</a:t>
            </a:r>
          </a:p>
          <a:p>
            <a:r>
              <a:rPr sz="1200" b="0">
                <a:solidFill>
                  <a:srgbClr val="222222"/>
                </a:solidFill>
                <a:latin typeface="Calibri"/>
              </a:rPr>
              <a:t>• o</a:t>
            </a:r>
          </a:p>
          <a:p>
            <a:r>
              <a:rPr sz="1200" b="0">
                <a:solidFill>
                  <a:srgbClr val="222222"/>
                </a:solidFill>
                <a:latin typeface="Calibri"/>
              </a:rPr>
              <a:t>• d</a:t>
            </a:r>
          </a:p>
          <a:p>
            <a:r>
              <a:rPr sz="1200" b="0">
                <a:solidFill>
                  <a:srgbClr val="222222"/>
                </a:solidFill>
                <a:latin typeface="Calibri"/>
              </a:rPr>
              <a:t>• u</a:t>
            </a:r>
          </a:p>
          <a:p>
            <a:r>
              <a:rPr sz="1200" b="0">
                <a:solidFill>
                  <a:srgbClr val="222222"/>
                </a:solidFill>
                <a:latin typeface="Calibri"/>
              </a:rPr>
              <a:t>• c</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v</a:t>
            </a:r>
          </a:p>
          <a:p>
            <a:r>
              <a:rPr sz="1200" b="0">
                <a:solidFill>
                  <a:srgbClr val="222222"/>
                </a:solidFill>
                <a:latin typeface="Calibri"/>
              </a:rPr>
              <a:t>• i</a:t>
            </a:r>
          </a:p>
          <a:p>
            <a:r>
              <a:rPr sz="1200" b="0">
                <a:solidFill>
                  <a:srgbClr val="222222"/>
                </a:solidFill>
                <a:latin typeface="Calibri"/>
              </a:rPr>
              <a:t>• t</a:t>
            </a:r>
          </a:p>
          <a:p>
            <a:r>
              <a:rPr sz="1200" b="0">
                <a:solidFill>
                  <a:srgbClr val="222222"/>
                </a:solidFill>
                <a:latin typeface="Calibri"/>
              </a:rPr>
              <a:t>• y</a:t>
            </a:r>
          </a:p>
          <a:p>
            <a:r>
              <a:rPr sz="1200" b="0">
                <a:solidFill>
                  <a:srgbClr val="222222"/>
                </a:solidFill>
                <a:latin typeface="Calibri"/>
              </a:rPr>
              <a:t>•  </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p</a:t>
            </a:r>
          </a:p>
          <a:p>
            <a:r>
              <a:rPr sz="1200" b="0">
                <a:solidFill>
                  <a:srgbClr val="222222"/>
                </a:solidFill>
                <a:latin typeface="Calibri"/>
              </a:rPr>
              <a:t>• r</a:t>
            </a:r>
          </a:p>
          <a:p>
            <a:r>
              <a:rPr sz="1200" b="0">
                <a:solidFill>
                  <a:srgbClr val="222222"/>
                </a:solidFill>
                <a:latin typeface="Calibri"/>
              </a:rPr>
              <a:t>• o</a:t>
            </a:r>
          </a:p>
          <a:p>
            <a:r>
              <a:rPr sz="1200" b="0">
                <a:solidFill>
                  <a:srgbClr val="222222"/>
                </a:solidFill>
                <a:latin typeface="Calibri"/>
              </a:rPr>
              <a:t>• t</a:t>
            </a:r>
          </a:p>
          <a:p>
            <a:r>
              <a:rPr sz="1200" b="0">
                <a:solidFill>
                  <a:srgbClr val="222222"/>
                </a:solidFill>
                <a:latin typeface="Calibri"/>
              </a:rPr>
              <a:t>• e</a:t>
            </a:r>
          </a:p>
          <a:p>
            <a:r>
              <a:rPr sz="1200" b="0">
                <a:solidFill>
                  <a:srgbClr val="222222"/>
                </a:solidFill>
                <a:latin typeface="Calibri"/>
              </a:rPr>
              <a:t>• c</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o</a:t>
            </a:r>
          </a:p>
          <a:p>
            <a:r>
              <a:rPr sz="1200" b="0">
                <a:solidFill>
                  <a:srgbClr val="222222"/>
                </a:solidFill>
                <a:latin typeface="Calibri"/>
              </a:rPr>
              <a:t>• n</a:t>
            </a:r>
          </a:p>
          <a:p>
            <a:r>
              <a:rPr sz="1200" b="0">
                <a:solidFill>
                  <a:srgbClr val="222222"/>
                </a:solidFill>
                <a:latin typeface="Calibri"/>
              </a:rPr>
              <a:t>• :</a:t>
            </a:r>
          </a:p>
          <a:p>
            <a:r>
              <a:rPr sz="1200" b="0">
                <a:solidFill>
                  <a:srgbClr val="222222"/>
                </a:solidFill>
                <a:latin typeface="Calibri"/>
              </a:rPr>
              <a:t>• </a:t>
            </a:r>
            <a:br/>
          </a:p>
          <a:p>
            <a:r>
              <a:rPr sz="1200" b="0">
                <a:solidFill>
                  <a:srgbClr val="222222"/>
                </a:solidFill>
                <a:latin typeface="Calibri"/>
              </a:rPr>
              <a:t>• </a:t>
            </a:r>
            <a:b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U</a:t>
            </a:r>
          </a:p>
          <a:p>
            <a:r>
              <a:rPr sz="1200" b="0">
                <a:solidFill>
                  <a:srgbClr val="222222"/>
                </a:solidFill>
                <a:latin typeface="Calibri"/>
              </a:rPr>
              <a:t>• p</a:t>
            </a:r>
          </a:p>
          <a:p>
            <a:r>
              <a:rPr sz="1200" b="0">
                <a:solidFill>
                  <a:srgbClr val="222222"/>
                </a:solidFill>
                <a:latin typeface="Calibri"/>
              </a:rPr>
              <a:t>• s</a:t>
            </a:r>
          </a:p>
          <a:p>
            <a:r>
              <a:rPr sz="1200" b="0">
                <a:solidFill>
                  <a:srgbClr val="222222"/>
                </a:solidFill>
                <a:latin typeface="Calibri"/>
              </a:rPr>
              <a:t>• e</a:t>
            </a:r>
          </a:p>
          <a:p>
            <a:r>
              <a:rPr sz="1200" b="0">
                <a:solidFill>
                  <a:srgbClr val="222222"/>
                </a:solidFill>
                <a:latin typeface="Calibri"/>
              </a:rPr>
              <a:t>• l</a:t>
            </a:r>
          </a:p>
          <a:p>
            <a:r>
              <a:rPr sz="1200" b="0">
                <a:solidFill>
                  <a:srgbClr val="222222"/>
                </a:solidFill>
                <a:latin typeface="Calibri"/>
              </a:rPr>
              <a:t>• l</a:t>
            </a:r>
          </a:p>
          <a:p>
            <a:r>
              <a:rPr sz="1200" b="0">
                <a:solidFill>
                  <a:srgbClr val="222222"/>
                </a:solidFill>
                <a:latin typeface="Calibri"/>
              </a:rPr>
              <a:t>•  </a:t>
            </a:r>
          </a:p>
          <a:p>
            <a:r>
              <a:rPr sz="1200" b="0">
                <a:solidFill>
                  <a:srgbClr val="222222"/>
                </a:solidFill>
                <a:latin typeface="Calibri"/>
              </a:rPr>
              <a:t>• O</a:t>
            </a:r>
          </a:p>
          <a:p>
            <a:r>
              <a:rPr sz="1200" b="0">
                <a:solidFill>
                  <a:srgbClr val="222222"/>
                </a:solidFill>
                <a:latin typeface="Calibri"/>
              </a:rPr>
              <a:t>• p</a:t>
            </a:r>
          </a:p>
          <a:p>
            <a:r>
              <a:rPr sz="1200" b="0">
                <a:solidFill>
                  <a:srgbClr val="222222"/>
                </a:solidFill>
                <a:latin typeface="Calibri"/>
              </a:rPr>
              <a:t>• p</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t</a:t>
            </a:r>
          </a:p>
          <a:p>
            <a:r>
              <a:rPr sz="1200" b="0">
                <a:solidFill>
                  <a:srgbClr val="222222"/>
                </a:solidFill>
                <a:latin typeface="Calibri"/>
              </a:rPr>
              <a:t>• u</a:t>
            </a:r>
          </a:p>
          <a:p>
            <a:r>
              <a:rPr sz="1200" b="0">
                <a:solidFill>
                  <a:srgbClr val="222222"/>
                </a:solidFill>
                <a:latin typeface="Calibri"/>
              </a:rPr>
              <a:t>• n</a:t>
            </a:r>
          </a:p>
          <a:p>
            <a:r>
              <a:rPr sz="1200" b="0">
                <a:solidFill>
                  <a:srgbClr val="222222"/>
                </a:solidFill>
                <a:latin typeface="Calibri"/>
              </a:rPr>
              <a:t>• i</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a:t>
            </a:r>
            <a:br/>
          </a:p>
          <a:p>
            <a:r>
              <a:rPr sz="1200" b="0">
                <a:solidFill>
                  <a:srgbClr val="222222"/>
                </a:solidFill>
                <a:latin typeface="Calibri"/>
              </a:rPr>
              <a:t>• </a:t>
            </a:r>
            <a:br/>
          </a:p>
          <a:p>
            <a:r>
              <a:rPr sz="1200" b="0">
                <a:solidFill>
                  <a:srgbClr val="222222"/>
                </a:solidFill>
                <a:latin typeface="Calibri"/>
              </a:rPr>
              <a:t>• 1</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H</a:t>
            </a:r>
          </a:p>
          <a:p>
            <a:r>
              <a:rPr sz="1200" b="0">
                <a:solidFill>
                  <a:srgbClr val="222222"/>
                </a:solidFill>
                <a:latin typeface="Calibri"/>
              </a:rPr>
              <a:t>• i</a:t>
            </a:r>
          </a:p>
          <a:p>
            <a:r>
              <a:rPr sz="1200" b="0">
                <a:solidFill>
                  <a:srgbClr val="222222"/>
                </a:solidFill>
                <a:latin typeface="Calibri"/>
              </a:rPr>
              <a:t>• g</a:t>
            </a:r>
          </a:p>
          <a:p>
            <a:r>
              <a:rPr sz="1200" b="0">
                <a:solidFill>
                  <a:srgbClr val="222222"/>
                </a:solidFill>
                <a:latin typeface="Calibri"/>
              </a:rPr>
              <a:t>• h</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E</a:t>
            </a:r>
          </a:p>
          <a:p>
            <a:r>
              <a:rPr sz="1200" b="0">
                <a:solidFill>
                  <a:srgbClr val="222222"/>
                </a:solidFill>
                <a:latin typeface="Calibri"/>
              </a:rPr>
              <a:t>• n</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N</a:t>
            </a:r>
          </a:p>
          <a:p>
            <a:r>
              <a:rPr sz="1200" b="0">
                <a:solidFill>
                  <a:srgbClr val="222222"/>
                </a:solidFill>
                <a:latin typeface="Calibri"/>
              </a:rPr>
              <a:t>• o</a:t>
            </a:r>
          </a:p>
          <a:p>
            <a:r>
              <a:rPr sz="1200" b="0">
                <a:solidFill>
                  <a:srgbClr val="222222"/>
                </a:solidFill>
                <a:latin typeface="Calibri"/>
              </a:rPr>
              <a:t>• t</a:t>
            </a:r>
          </a:p>
          <a:p>
            <a:r>
              <a:rPr sz="1200" b="0">
                <a:solidFill>
                  <a:srgbClr val="222222"/>
                </a:solidFill>
                <a:latin typeface="Calibri"/>
              </a:rPr>
              <a:t>• e</a:t>
            </a:r>
          </a:p>
          <a:p>
            <a:r>
              <a:rPr sz="1200" b="0">
                <a:solidFill>
                  <a:srgbClr val="222222"/>
                </a:solidFill>
                <a:latin typeface="Calibri"/>
              </a:rPr>
              <a:t>• b</a:t>
            </a:r>
          </a:p>
          <a:p>
            <a:r>
              <a:rPr sz="1200" b="0">
                <a:solidFill>
                  <a:srgbClr val="222222"/>
                </a:solidFill>
                <a:latin typeface="Calibri"/>
              </a:rPr>
              <a:t>• o</a:t>
            </a:r>
          </a:p>
          <a:p>
            <a:r>
              <a:rPr sz="1200" b="0">
                <a:solidFill>
                  <a:srgbClr val="222222"/>
                </a:solidFill>
                <a:latin typeface="Calibri"/>
              </a:rPr>
              <a:t>• o</a:t>
            </a:r>
          </a:p>
          <a:p>
            <a:r>
              <a:rPr sz="1200" b="0">
                <a:solidFill>
                  <a:srgbClr val="222222"/>
                </a:solidFill>
                <a:latin typeface="Calibri"/>
              </a:rPr>
              <a:t>• k</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b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P</a:t>
            </a:r>
          </a:p>
          <a:p>
            <a:r>
              <a:rPr sz="1200" b="0">
                <a:solidFill>
                  <a:srgbClr val="222222"/>
                </a:solidFill>
                <a:latin typeface="Calibri"/>
              </a:rPr>
              <a:t>• r</a:t>
            </a:r>
          </a:p>
          <a:p>
            <a:r>
              <a:rPr sz="1200" b="0">
                <a:solidFill>
                  <a:srgbClr val="222222"/>
                </a:solidFill>
                <a:latin typeface="Calibri"/>
              </a:rPr>
              <a:t>• o</a:t>
            </a:r>
          </a:p>
          <a:p>
            <a:r>
              <a:rPr sz="1200" b="0">
                <a:solidFill>
                  <a:srgbClr val="222222"/>
                </a:solidFill>
                <a:latin typeface="Calibri"/>
              </a:rPr>
              <a:t>• d</a:t>
            </a:r>
          </a:p>
          <a:p>
            <a:r>
              <a:rPr sz="1200" b="0">
                <a:solidFill>
                  <a:srgbClr val="222222"/>
                </a:solidFill>
                <a:latin typeface="Calibri"/>
              </a:rPr>
              <a:t>• u</a:t>
            </a:r>
          </a:p>
          <a:p>
            <a:r>
              <a:rPr sz="1200" b="0">
                <a:solidFill>
                  <a:srgbClr val="222222"/>
                </a:solidFill>
                <a:latin typeface="Calibri"/>
              </a:rPr>
              <a:t>• c</a:t>
            </a:r>
          </a:p>
          <a:p>
            <a:r>
              <a:rPr sz="1200" b="0">
                <a:solidFill>
                  <a:srgbClr val="222222"/>
                </a:solidFill>
                <a:latin typeface="Calibri"/>
              </a:rPr>
              <a:t>• t</a:t>
            </a:r>
          </a:p>
          <a:p>
            <a:r>
              <a:rPr sz="1200" b="0">
                <a:solidFill>
                  <a:srgbClr val="222222"/>
                </a:solidFill>
                <a:latin typeface="Calibri"/>
              </a:rPr>
              <a:t>•  </a:t>
            </a:r>
          </a:p>
          <a:p>
            <a:r>
              <a:rPr sz="1200" b="0">
                <a:solidFill>
                  <a:srgbClr val="222222"/>
                </a:solidFill>
                <a:latin typeface="Calibri"/>
              </a:rPr>
              <a:t>• E</a:t>
            </a:r>
          </a:p>
          <a:p>
            <a:r>
              <a:rPr sz="1200" b="0">
                <a:solidFill>
                  <a:srgbClr val="222222"/>
                </a:solidFill>
                <a:latin typeface="Calibri"/>
              </a:rPr>
              <a:t>• x</a:t>
            </a:r>
          </a:p>
          <a:p>
            <a:r>
              <a:rPr sz="1200" b="0">
                <a:solidFill>
                  <a:srgbClr val="222222"/>
                </a:solidFill>
                <a:latin typeface="Calibri"/>
              </a:rPr>
              <a:t>• a</a:t>
            </a:r>
          </a:p>
          <a:p>
            <a:r>
              <a:rPr sz="1200" b="0">
                <a:solidFill>
                  <a:srgbClr val="222222"/>
                </a:solidFill>
                <a:latin typeface="Calibri"/>
              </a:rPr>
              <a:t>• m</a:t>
            </a:r>
          </a:p>
          <a:p>
            <a:r>
              <a:rPr sz="1200" b="0">
                <a:solidFill>
                  <a:srgbClr val="222222"/>
                </a:solidFill>
                <a:latin typeface="Calibri"/>
              </a:rPr>
              <a:t>• p</a:t>
            </a:r>
          </a:p>
          <a:p>
            <a:r>
              <a:rPr sz="1200" b="0">
                <a:solidFill>
                  <a:srgbClr val="222222"/>
                </a:solidFill>
                <a:latin typeface="Calibri"/>
              </a:rPr>
              <a:t>• l</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H</a:t>
            </a:r>
          </a:p>
          <a:p>
            <a:r>
              <a:rPr sz="1200" b="0">
                <a:solidFill>
                  <a:srgbClr val="222222"/>
                </a:solidFill>
                <a:latin typeface="Calibri"/>
              </a:rPr>
              <a:t>• P</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p</a:t>
            </a:r>
          </a:p>
          <a:p>
            <a:r>
              <a:rPr sz="1200" b="0">
                <a:solidFill>
                  <a:srgbClr val="222222"/>
                </a:solidFill>
                <a:latin typeface="Calibri"/>
              </a:rPr>
              <a:t>• e</a:t>
            </a:r>
          </a:p>
          <a:p>
            <a:r>
              <a:rPr sz="1200" b="0">
                <a:solidFill>
                  <a:srgbClr val="222222"/>
                </a:solidFill>
                <a:latin typeface="Calibri"/>
              </a:rPr>
              <a:t>• c</a:t>
            </a:r>
          </a:p>
          <a:p>
            <a:r>
              <a:rPr sz="1200" b="0">
                <a:solidFill>
                  <a:srgbClr val="222222"/>
                </a:solidFill>
                <a:latin typeface="Calibri"/>
              </a:rPr>
              <a:t>• t</a:t>
            </a:r>
          </a:p>
          <a:p>
            <a:r>
              <a:rPr sz="1200" b="0">
                <a:solidFill>
                  <a:srgbClr val="222222"/>
                </a:solidFill>
                <a:latin typeface="Calibri"/>
              </a:rPr>
              <a:t>• r</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x</a:t>
            </a:r>
          </a:p>
          <a:p>
            <a:r>
              <a:rPr sz="1200" b="0">
                <a:solidFill>
                  <a:srgbClr val="222222"/>
                </a:solidFill>
                <a:latin typeface="Calibri"/>
              </a:rPr>
              <a:t>• 3</a:t>
            </a:r>
          </a:p>
          <a:p>
            <a:r>
              <a:rPr sz="1200" b="0">
                <a:solidFill>
                  <a:srgbClr val="222222"/>
                </a:solidFill>
                <a:latin typeface="Calibri"/>
              </a:rPr>
              <a:t>• 6</a:t>
            </a:r>
          </a:p>
          <a:p>
            <a:r>
              <a:rPr sz="1200" b="0">
                <a:solidFill>
                  <a:srgbClr val="222222"/>
                </a:solidFill>
                <a:latin typeface="Calibri"/>
              </a:rPr>
              <a:t>• 0</a:t>
            </a:r>
          </a:p>
          <a:p>
            <a:r>
              <a:rPr sz="1200" b="0">
                <a:solidFill>
                  <a:srgbClr val="222222"/>
                </a:solidFill>
                <a:latin typeface="Calibri"/>
              </a:rPr>
              <a:t>•  </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H</a:t>
            </a:r>
          </a:p>
          <a:p>
            <a:r>
              <a:rPr sz="1200" b="0">
                <a:solidFill>
                  <a:srgbClr val="222222"/>
                </a:solidFill>
                <a:latin typeface="Calibri"/>
              </a:rPr>
              <a:t>• P</a:t>
            </a:r>
          </a:p>
          <a:p>
            <a:r>
              <a:rPr sz="1200" b="0">
                <a:solidFill>
                  <a:srgbClr val="222222"/>
                </a:solidFill>
                <a:latin typeface="Calibri"/>
              </a:rPr>
              <a:t>•  </a:t>
            </a:r>
          </a:p>
          <a:p>
            <a:r>
              <a:rPr sz="1200" b="0">
                <a:solidFill>
                  <a:srgbClr val="222222"/>
                </a:solidFill>
                <a:latin typeface="Calibri"/>
              </a:rPr>
              <a:t>• E</a:t>
            </a:r>
          </a:p>
          <a:p>
            <a:r>
              <a:rPr sz="1200" b="0">
                <a:solidFill>
                  <a:srgbClr val="222222"/>
                </a:solidFill>
                <a:latin typeface="Calibri"/>
              </a:rPr>
              <a:t>• l</a:t>
            </a:r>
          </a:p>
          <a:p>
            <a:r>
              <a:rPr sz="1200" b="0">
                <a:solidFill>
                  <a:srgbClr val="222222"/>
                </a:solidFill>
                <a:latin typeface="Calibri"/>
              </a:rPr>
              <a:t>• i</a:t>
            </a:r>
          </a:p>
          <a:p>
            <a:r>
              <a:rPr sz="1200" b="0">
                <a:solidFill>
                  <a:srgbClr val="222222"/>
                </a:solidFill>
                <a:latin typeface="Calibri"/>
              </a:rPr>
              <a:t>• t</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D</a:t>
            </a:r>
          </a:p>
          <a:p>
            <a:r>
              <a:rPr sz="1200" b="0">
                <a:solidFill>
                  <a:srgbClr val="222222"/>
                </a:solidFill>
                <a:latin typeface="Calibri"/>
              </a:rPr>
              <a:t>• r</a:t>
            </a:r>
          </a:p>
          <a:p>
            <a:r>
              <a:rPr sz="1200" b="0">
                <a:solidFill>
                  <a:srgbClr val="222222"/>
                </a:solidFill>
                <a:latin typeface="Calibri"/>
              </a:rPr>
              <a:t>• a</a:t>
            </a:r>
          </a:p>
          <a:p>
            <a:r>
              <a:rPr sz="1200" b="0">
                <a:solidFill>
                  <a:srgbClr val="222222"/>
                </a:solidFill>
                <a:latin typeface="Calibri"/>
              </a:rPr>
              <a:t>• g</a:t>
            </a:r>
          </a:p>
          <a:p>
            <a:r>
              <a:rPr sz="1200" b="0">
                <a:solidFill>
                  <a:srgbClr val="222222"/>
                </a:solidFill>
                <a:latin typeface="Calibri"/>
              </a:rPr>
              <a:t>• o</a:t>
            </a:r>
          </a:p>
          <a:p>
            <a:r>
              <a:rPr sz="1200" b="0">
                <a:solidFill>
                  <a:srgbClr val="222222"/>
                </a:solidFill>
                <a:latin typeface="Calibri"/>
              </a:rPr>
              <a:t>• n</a:t>
            </a:r>
          </a:p>
          <a:p>
            <a:r>
              <a:rPr sz="1200" b="0">
                <a:solidFill>
                  <a:srgbClr val="222222"/>
                </a:solidFill>
                <a:latin typeface="Calibri"/>
              </a:rPr>
              <a:t>• f</a:t>
            </a:r>
          </a:p>
          <a:p>
            <a:r>
              <a:rPr sz="1200" b="0">
                <a:solidFill>
                  <a:srgbClr val="222222"/>
                </a:solidFill>
                <a:latin typeface="Calibri"/>
              </a:rPr>
              <a:t>• l</a:t>
            </a:r>
          </a:p>
          <a:p>
            <a:r>
              <a:rPr sz="1200" b="0">
                <a:solidFill>
                  <a:srgbClr val="222222"/>
                </a:solidFill>
                <a:latin typeface="Calibri"/>
              </a:rPr>
              <a:t>• y</a:t>
            </a:r>
          </a:p>
          <a:p>
            <a:r>
              <a:rPr sz="1200" b="0">
                <a:solidFill>
                  <a:srgbClr val="222222"/>
                </a:solidFill>
                <a:latin typeface="Calibri"/>
              </a:rPr>
              <a:t>• </a:t>
            </a:r>
            <a:b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R</a:t>
            </a:r>
          </a:p>
          <a:p>
            <a:r>
              <a:rPr sz="1200" b="0">
                <a:solidFill>
                  <a:srgbClr val="222222"/>
                </a:solidFill>
                <a:latin typeface="Calibri"/>
              </a:rPr>
              <a:t>• a</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o</a:t>
            </a:r>
          </a:p>
          <a:p>
            <a:r>
              <a:rPr sz="1200" b="0">
                <a:solidFill>
                  <a:srgbClr val="222222"/>
                </a:solidFill>
                <a:latin typeface="Calibri"/>
              </a:rPr>
              <a:t>• n</a:t>
            </a:r>
          </a:p>
          <a:p>
            <a:r>
              <a:rPr sz="1200" b="0">
                <a:solidFill>
                  <a:srgbClr val="222222"/>
                </a:solidFill>
                <a:latin typeface="Calibri"/>
              </a:rPr>
              <a:t>• a</a:t>
            </a:r>
          </a:p>
          <a:p>
            <a:r>
              <a:rPr sz="1200" b="0">
                <a:solidFill>
                  <a:srgbClr val="222222"/>
                </a:solidFill>
                <a:latin typeface="Calibri"/>
              </a:rPr>
              <a:t>• l</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T</a:t>
            </a:r>
          </a:p>
          <a:p>
            <a:r>
              <a:rPr sz="1200" b="0">
                <a:solidFill>
                  <a:srgbClr val="222222"/>
                </a:solidFill>
                <a:latin typeface="Calibri"/>
              </a:rPr>
              <a:t>• h</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m</a:t>
            </a:r>
          </a:p>
          <a:p>
            <a:r>
              <a:rPr sz="1200" b="0">
                <a:solidFill>
                  <a:srgbClr val="222222"/>
                </a:solidFill>
                <a:latin typeface="Calibri"/>
              </a:rPr>
              <a:t>• o</a:t>
            </a:r>
          </a:p>
          <a:p>
            <a:r>
              <a:rPr sz="1200" b="0">
                <a:solidFill>
                  <a:srgbClr val="222222"/>
                </a:solidFill>
                <a:latin typeface="Calibri"/>
              </a:rPr>
              <a:t>• d</a:t>
            </a:r>
          </a:p>
          <a:p>
            <a:r>
              <a:rPr sz="1200" b="0">
                <a:solidFill>
                  <a:srgbClr val="222222"/>
                </a:solidFill>
                <a:latin typeface="Calibri"/>
              </a:rPr>
              <a:t>• e</a:t>
            </a:r>
          </a:p>
          <a:p>
            <a:r>
              <a:rPr sz="1200" b="0">
                <a:solidFill>
                  <a:srgbClr val="222222"/>
                </a:solidFill>
                <a:latin typeface="Calibri"/>
              </a:rPr>
              <a:t>• l</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o</a:t>
            </a:r>
          </a:p>
          <a:p>
            <a:r>
              <a:rPr sz="1200" b="0">
                <a:solidFill>
                  <a:srgbClr val="222222"/>
                </a:solidFill>
                <a:latin typeface="Calibri"/>
              </a:rPr>
              <a:t>• f</a:t>
            </a:r>
          </a:p>
          <a:p>
            <a:r>
              <a:rPr sz="1200" b="0">
                <a:solidFill>
                  <a:srgbClr val="222222"/>
                </a:solidFill>
                <a:latin typeface="Calibri"/>
              </a:rPr>
              <a:t>• t</a:t>
            </a:r>
          </a:p>
          <a:p>
            <a:r>
              <a:rPr sz="1200" b="0">
                <a:solidFill>
                  <a:srgbClr val="222222"/>
                </a:solidFill>
                <a:latin typeface="Calibri"/>
              </a:rPr>
              <a:t>• e</a:t>
            </a:r>
          </a:p>
          <a:p>
            <a:r>
              <a:rPr sz="1200" b="0">
                <a:solidFill>
                  <a:srgbClr val="222222"/>
                </a:solidFill>
                <a:latin typeface="Calibri"/>
              </a:rPr>
              <a:t>• n</a:t>
            </a:r>
          </a:p>
          <a:p>
            <a:r>
              <a:rPr sz="1200" b="0">
                <a:solidFill>
                  <a:srgbClr val="222222"/>
                </a:solidFill>
                <a:latin typeface="Calibri"/>
              </a:rPr>
              <a:t>•  </a:t>
            </a:r>
          </a:p>
          <a:p>
            <a:r>
              <a:rPr sz="1200" b="0">
                <a:solidFill>
                  <a:srgbClr val="222222"/>
                </a:solidFill>
                <a:latin typeface="Calibri"/>
              </a:rPr>
              <a:t>• c</a:t>
            </a:r>
          </a:p>
          <a:p>
            <a:r>
              <a:rPr sz="1200" b="0">
                <a:solidFill>
                  <a:srgbClr val="222222"/>
                </a:solidFill>
                <a:latin typeface="Calibri"/>
              </a:rPr>
              <a:t>• o</a:t>
            </a:r>
          </a:p>
          <a:p>
            <a:r>
              <a:rPr sz="1200" b="0">
                <a:solidFill>
                  <a:srgbClr val="222222"/>
                </a:solidFill>
                <a:latin typeface="Calibri"/>
              </a:rPr>
              <a:t>• m</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w</a:t>
            </a:r>
          </a:p>
          <a:p>
            <a:r>
              <a:rPr sz="1200" b="0">
                <a:solidFill>
                  <a:srgbClr val="222222"/>
                </a:solidFill>
                <a:latin typeface="Calibri"/>
              </a:rPr>
              <a:t>• i</a:t>
            </a:r>
          </a:p>
          <a:p>
            <a:r>
              <a:rPr sz="1200" b="0">
                <a:solidFill>
                  <a:srgbClr val="222222"/>
                </a:solidFill>
                <a:latin typeface="Calibri"/>
              </a:rPr>
              <a:t>• t</a:t>
            </a:r>
          </a:p>
          <a:p>
            <a:r>
              <a:rPr sz="1200" b="0">
                <a:solidFill>
                  <a:srgbClr val="222222"/>
                </a:solidFill>
                <a:latin typeface="Calibri"/>
              </a:rPr>
              <a:t>• h</a:t>
            </a:r>
          </a:p>
          <a:p>
            <a:r>
              <a:rPr sz="1200" b="0">
                <a:solidFill>
                  <a:srgbClr val="222222"/>
                </a:solidFill>
                <a:latin typeface="Calibri"/>
              </a:rPr>
              <a:t>•  </a:t>
            </a:r>
          </a:p>
          <a:p>
            <a:r>
              <a:rPr sz="1200" b="0">
                <a:solidFill>
                  <a:srgbClr val="222222"/>
                </a:solidFill>
                <a:latin typeface="Calibri"/>
              </a:rPr>
              <a:t>• b</a:t>
            </a:r>
          </a:p>
          <a:p>
            <a:r>
              <a:rPr sz="1200" b="0">
                <a:solidFill>
                  <a:srgbClr val="222222"/>
                </a:solidFill>
                <a:latin typeface="Calibri"/>
              </a:rPr>
              <a:t>• e</a:t>
            </a:r>
          </a:p>
          <a:p>
            <a:r>
              <a:rPr sz="1200" b="0">
                <a:solidFill>
                  <a:srgbClr val="222222"/>
                </a:solidFill>
                <a:latin typeface="Calibri"/>
              </a:rPr>
              <a:t>• t</a:t>
            </a:r>
          </a:p>
          <a:p>
            <a:r>
              <a:rPr sz="1200" b="0">
                <a:solidFill>
                  <a:srgbClr val="222222"/>
                </a:solidFill>
                <a:latin typeface="Calibri"/>
              </a:rPr>
              <a:t>• t</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b</a:t>
            </a:r>
          </a:p>
          <a:p>
            <a:r>
              <a:rPr sz="1200" b="0">
                <a:solidFill>
                  <a:srgbClr val="222222"/>
                </a:solidFill>
                <a:latin typeface="Calibri"/>
              </a:rPr>
              <a:t>• u</a:t>
            </a:r>
          </a:p>
          <a:p>
            <a:r>
              <a:rPr sz="1200" b="0">
                <a:solidFill>
                  <a:srgbClr val="222222"/>
                </a:solidFill>
                <a:latin typeface="Calibri"/>
              </a:rPr>
              <a:t>• i</a:t>
            </a:r>
          </a:p>
          <a:p>
            <a:r>
              <a:rPr sz="1200" b="0">
                <a:solidFill>
                  <a:srgbClr val="222222"/>
                </a:solidFill>
                <a:latin typeface="Calibri"/>
              </a:rPr>
              <a:t>• l</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q</a:t>
            </a:r>
          </a:p>
          <a:p>
            <a:r>
              <a:rPr sz="1200" b="0">
                <a:solidFill>
                  <a:srgbClr val="222222"/>
                </a:solidFill>
                <a:latin typeface="Calibri"/>
              </a:rPr>
              <a:t>• u</a:t>
            </a:r>
          </a:p>
          <a:p>
            <a:r>
              <a:rPr sz="1200" b="0">
                <a:solidFill>
                  <a:srgbClr val="222222"/>
                </a:solidFill>
                <a:latin typeface="Calibri"/>
              </a:rPr>
              <a:t>• a</a:t>
            </a:r>
          </a:p>
          <a:p>
            <a:r>
              <a:rPr sz="1200" b="0">
                <a:solidFill>
                  <a:srgbClr val="222222"/>
                </a:solidFill>
                <a:latin typeface="Calibri"/>
              </a:rPr>
              <a:t>• l</a:t>
            </a:r>
          </a:p>
          <a:p>
            <a:r>
              <a:rPr sz="1200" b="0">
                <a:solidFill>
                  <a:srgbClr val="222222"/>
                </a:solidFill>
                <a:latin typeface="Calibri"/>
              </a:rPr>
              <a:t>• i</a:t>
            </a:r>
          </a:p>
          <a:p>
            <a:r>
              <a:rPr sz="1200" b="0">
                <a:solidFill>
                  <a:srgbClr val="222222"/>
                </a:solidFill>
                <a:latin typeface="Calibri"/>
              </a:rPr>
              <a:t>• t</a:t>
            </a:r>
          </a:p>
          <a:p>
            <a:r>
              <a:rPr sz="1200" b="0">
                <a:solidFill>
                  <a:srgbClr val="222222"/>
                </a:solidFill>
                <a:latin typeface="Calibri"/>
              </a:rPr>
              <a:t>• y</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h</a:t>
            </a:r>
          </a:p>
          <a:p>
            <a:r>
              <a:rPr sz="1200" b="0">
                <a:solidFill>
                  <a:srgbClr val="222222"/>
                </a:solidFill>
                <a:latin typeface="Calibri"/>
              </a:rPr>
              <a:t>• i</a:t>
            </a:r>
          </a:p>
          <a:p>
            <a:r>
              <a:rPr sz="1200" b="0">
                <a:solidFill>
                  <a:srgbClr val="222222"/>
                </a:solidFill>
                <a:latin typeface="Calibri"/>
              </a:rPr>
              <a:t>• g</a:t>
            </a:r>
          </a:p>
          <a:p>
            <a:r>
              <a:rPr sz="1200" b="0">
                <a:solidFill>
                  <a:srgbClr val="222222"/>
                </a:solidFill>
                <a:latin typeface="Calibri"/>
              </a:rPr>
              <a:t>• h</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p</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f</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m</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c</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m</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R</a:t>
            </a:r>
          </a:p>
          <a:p>
            <a:r>
              <a:rPr sz="1200" b="0">
                <a:solidFill>
                  <a:srgbClr val="222222"/>
                </a:solidFill>
                <a:latin typeface="Calibri"/>
              </a:rPr>
              <a:t>• A</a:t>
            </a:r>
          </a:p>
          <a:p>
            <a:r>
              <a:rPr sz="1200" b="0">
                <a:solidFill>
                  <a:srgbClr val="222222"/>
                </a:solidFill>
                <a:latin typeface="Calibri"/>
              </a:rPr>
              <a:t>• M</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b</a:t>
            </a:r>
          </a:p>
          <a:p>
            <a:r>
              <a:rPr sz="1200" b="0">
                <a:solidFill>
                  <a:srgbClr val="222222"/>
                </a:solidFill>
                <a:latin typeface="Calibri"/>
              </a:rPr>
              <a:t>• e</a:t>
            </a:r>
          </a:p>
          <a:p>
            <a:r>
              <a:rPr sz="1200" b="0">
                <a:solidFill>
                  <a:srgbClr val="222222"/>
                </a:solidFill>
                <a:latin typeface="Calibri"/>
              </a:rPr>
              <a:t>• t</a:t>
            </a:r>
          </a:p>
          <a:p>
            <a:r>
              <a:rPr sz="1200" b="0">
                <a:solidFill>
                  <a:srgbClr val="222222"/>
                </a:solidFill>
                <a:latin typeface="Calibri"/>
              </a:rPr>
              <a:t>• t</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G</a:t>
            </a:r>
          </a:p>
          <a:p>
            <a:r>
              <a:rPr sz="1200" b="0">
                <a:solidFill>
                  <a:srgbClr val="222222"/>
                </a:solidFill>
                <a:latin typeface="Calibri"/>
              </a:rPr>
              <a:t>• P</a:t>
            </a:r>
          </a:p>
          <a:p>
            <a:r>
              <a:rPr sz="1200" b="0">
                <a:solidFill>
                  <a:srgbClr val="222222"/>
                </a:solidFill>
                <a:latin typeface="Calibri"/>
              </a:rPr>
              <a:t>• U</a:t>
            </a:r>
          </a:p>
          <a:p>
            <a:r>
              <a:rPr sz="1200" b="0">
                <a:solidFill>
                  <a:srgbClr val="222222"/>
                </a:solidFill>
                <a:latin typeface="Calibri"/>
              </a:rPr>
              <a:t>•  </a:t>
            </a:r>
          </a:p>
          <a:p>
            <a:r>
              <a:rPr sz="1200" b="0">
                <a:solidFill>
                  <a:srgbClr val="222222"/>
                </a:solidFill>
                <a:latin typeface="Calibri"/>
              </a:rPr>
              <a:t>• o</a:t>
            </a:r>
          </a:p>
          <a:p>
            <a:r>
              <a:rPr sz="1200" b="0">
                <a:solidFill>
                  <a:srgbClr val="222222"/>
                </a:solidFill>
                <a:latin typeface="Calibri"/>
              </a:rPr>
              <a:t>• p</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o</a:t>
            </a:r>
          </a:p>
          <a:p>
            <a:r>
              <a:rPr sz="1200" b="0">
                <a:solidFill>
                  <a:srgbClr val="222222"/>
                </a:solidFill>
                <a:latin typeface="Calibri"/>
              </a:rPr>
              <a:t>• n</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a</a:t>
            </a:r>
          </a:p>
          <a:p>
            <a:r>
              <a:rPr sz="1200" b="0">
                <a:solidFill>
                  <a:srgbClr val="222222"/>
                </a:solidFill>
                <a:latin typeface="Calibri"/>
              </a:rPr>
              <a:t>• d</a:t>
            </a:r>
          </a:p>
          <a:p>
            <a:r>
              <a:rPr sz="1200" b="0">
                <a:solidFill>
                  <a:srgbClr val="222222"/>
                </a:solidFill>
                <a:latin typeface="Calibri"/>
              </a:rPr>
              <a:t>• d</a:t>
            </a:r>
          </a:p>
          <a:p>
            <a:r>
              <a:rPr sz="1200" b="0">
                <a:solidFill>
                  <a:srgbClr val="222222"/>
                </a:solidFill>
                <a:latin typeface="Calibri"/>
              </a:rPr>
              <a:t>• i</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o</a:t>
            </a:r>
          </a:p>
          <a:p>
            <a:r>
              <a:rPr sz="1200" b="0">
                <a:solidFill>
                  <a:srgbClr val="222222"/>
                </a:solidFill>
                <a:latin typeface="Calibri"/>
              </a:rPr>
              <a:t>• n</a:t>
            </a:r>
          </a:p>
          <a:p>
            <a:r>
              <a:rPr sz="1200" b="0">
                <a:solidFill>
                  <a:srgbClr val="222222"/>
                </a:solidFill>
                <a:latin typeface="Calibri"/>
              </a:rPr>
              <a:t>• a</a:t>
            </a:r>
          </a:p>
          <a:p>
            <a:r>
              <a:rPr sz="1200" b="0">
                <a:solidFill>
                  <a:srgbClr val="222222"/>
                </a:solidFill>
                <a:latin typeface="Calibri"/>
              </a:rPr>
              <a:t>• l</a:t>
            </a:r>
          </a:p>
          <a:p>
            <a:r>
              <a:rPr sz="1200" b="0">
                <a:solidFill>
                  <a:srgbClr val="222222"/>
                </a:solidFill>
                <a:latin typeface="Calibri"/>
              </a:rPr>
              <a:t>•  </a:t>
            </a:r>
          </a:p>
          <a:p>
            <a:r>
              <a:rPr sz="1200" b="0">
                <a:solidFill>
                  <a:srgbClr val="222222"/>
                </a:solidFill>
                <a:latin typeface="Calibri"/>
              </a:rPr>
              <a:t>• f</a:t>
            </a:r>
          </a:p>
          <a:p>
            <a:r>
              <a:rPr sz="1200" b="0">
                <a:solidFill>
                  <a:srgbClr val="222222"/>
                </a:solidFill>
                <a:latin typeface="Calibri"/>
              </a:rPr>
              <a:t>• e</a:t>
            </a:r>
          </a:p>
          <a:p>
            <a:r>
              <a:rPr sz="1200" b="0">
                <a:solidFill>
                  <a:srgbClr val="222222"/>
                </a:solidFill>
                <a:latin typeface="Calibri"/>
              </a:rPr>
              <a:t>• a</a:t>
            </a:r>
          </a:p>
          <a:p>
            <a:r>
              <a:rPr sz="1200" b="0">
                <a:solidFill>
                  <a:srgbClr val="222222"/>
                </a:solidFill>
                <a:latin typeface="Calibri"/>
              </a:rPr>
              <a:t>• t</a:t>
            </a:r>
          </a:p>
          <a:p>
            <a:r>
              <a:rPr sz="1200" b="0">
                <a:solidFill>
                  <a:srgbClr val="222222"/>
                </a:solidFill>
                <a:latin typeface="Calibri"/>
              </a:rPr>
              <a:t>• u</a:t>
            </a:r>
          </a:p>
          <a:p>
            <a:r>
              <a:rPr sz="1200" b="0">
                <a:solidFill>
                  <a:srgbClr val="222222"/>
                </a:solidFill>
                <a:latin typeface="Calibri"/>
              </a:rPr>
              <a:t>• r</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l</a:t>
            </a:r>
          </a:p>
          <a:p>
            <a:r>
              <a:rPr sz="1200" b="0">
                <a:solidFill>
                  <a:srgbClr val="222222"/>
                </a:solidFill>
                <a:latin typeface="Calibri"/>
              </a:rPr>
              <a:t>• i</a:t>
            </a:r>
          </a:p>
          <a:p>
            <a:r>
              <a:rPr sz="1200" b="0">
                <a:solidFill>
                  <a:srgbClr val="222222"/>
                </a:solidFill>
                <a:latin typeface="Calibri"/>
              </a:rPr>
              <a:t>• k</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2</a:t>
            </a:r>
          </a:p>
          <a:p>
            <a:r>
              <a:rPr sz="1200" b="0">
                <a:solidFill>
                  <a:srgbClr val="222222"/>
                </a:solidFill>
                <a:latin typeface="Calibri"/>
              </a:rPr>
              <a:t>• -</a:t>
            </a:r>
          </a:p>
          <a:p>
            <a:r>
              <a:rPr sz="1200" b="0">
                <a:solidFill>
                  <a:srgbClr val="222222"/>
                </a:solidFill>
                <a:latin typeface="Calibri"/>
              </a:rPr>
              <a:t>• i</a:t>
            </a:r>
          </a:p>
          <a:p>
            <a:r>
              <a:rPr sz="1200" b="0">
                <a:solidFill>
                  <a:srgbClr val="222222"/>
                </a:solidFill>
                <a:latin typeface="Calibri"/>
              </a:rPr>
              <a:t>• n</a:t>
            </a:r>
          </a:p>
          <a:p>
            <a:r>
              <a:rPr sz="1200" b="0">
                <a:solidFill>
                  <a:srgbClr val="222222"/>
                </a:solidFill>
                <a:latin typeface="Calibri"/>
              </a:rPr>
              <a:t>• -</a:t>
            </a:r>
          </a:p>
          <a:p>
            <a:r>
              <a:rPr sz="1200" b="0">
                <a:solidFill>
                  <a:srgbClr val="222222"/>
                </a:solidFill>
                <a:latin typeface="Calibri"/>
              </a:rPr>
              <a:t>• 1</a:t>
            </a:r>
          </a:p>
          <a:p>
            <a:r>
              <a:rPr sz="1200" b="0">
                <a:solidFill>
                  <a:srgbClr val="222222"/>
                </a:solidFill>
                <a:latin typeface="Calibri"/>
              </a:rPr>
              <a:t>•  </a:t>
            </a:r>
          </a:p>
          <a:p>
            <a:r>
              <a:rPr sz="1200" b="0">
                <a:solidFill>
                  <a:srgbClr val="222222"/>
                </a:solidFill>
                <a:latin typeface="Calibri"/>
              </a:rPr>
              <a:t>• f</a:t>
            </a:r>
          </a:p>
          <a:p>
            <a:r>
              <a:rPr sz="1200" b="0">
                <a:solidFill>
                  <a:srgbClr val="222222"/>
                </a:solidFill>
                <a:latin typeface="Calibri"/>
              </a:rPr>
              <a:t>• u</a:t>
            </a:r>
          </a:p>
          <a:p>
            <a:r>
              <a:rPr sz="1200" b="0">
                <a:solidFill>
                  <a:srgbClr val="222222"/>
                </a:solidFill>
                <a:latin typeface="Calibri"/>
              </a:rPr>
              <a:t>• n</a:t>
            </a:r>
          </a:p>
          <a:p>
            <a:r>
              <a:rPr sz="1200" b="0">
                <a:solidFill>
                  <a:srgbClr val="222222"/>
                </a:solidFill>
                <a:latin typeface="Calibri"/>
              </a:rPr>
              <a:t>• c</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o</a:t>
            </a:r>
          </a:p>
          <a:p>
            <a:r>
              <a:rPr sz="1200" b="0">
                <a:solidFill>
                  <a:srgbClr val="222222"/>
                </a:solidFill>
                <a:latin typeface="Calibri"/>
              </a:rPr>
              <a:t>• n</a:t>
            </a:r>
          </a:p>
          <a:p>
            <a:r>
              <a:rPr sz="1200" b="0">
                <a:solidFill>
                  <a:srgbClr val="222222"/>
                </a:solidFill>
                <a:latin typeface="Calibri"/>
              </a:rPr>
              <a:t>• a</a:t>
            </a:r>
          </a:p>
          <a:p>
            <a:r>
              <a:rPr sz="1200" b="0">
                <a:solidFill>
                  <a:srgbClr val="222222"/>
                </a:solidFill>
                <a:latin typeface="Calibri"/>
              </a:rPr>
              <a:t>• l</a:t>
            </a:r>
          </a:p>
          <a:p>
            <a:r>
              <a:rPr sz="1200" b="0">
                <a:solidFill>
                  <a:srgbClr val="222222"/>
                </a:solidFill>
                <a:latin typeface="Calibri"/>
              </a:rPr>
              <a:t>• i</a:t>
            </a:r>
          </a:p>
          <a:p>
            <a:r>
              <a:rPr sz="1200" b="0">
                <a:solidFill>
                  <a:srgbClr val="222222"/>
                </a:solidFill>
                <a:latin typeface="Calibri"/>
              </a:rPr>
              <a:t>• t</a:t>
            </a:r>
          </a:p>
          <a:p>
            <a:r>
              <a:rPr sz="1200" b="0">
                <a:solidFill>
                  <a:srgbClr val="222222"/>
                </a:solidFill>
                <a:latin typeface="Calibri"/>
              </a:rPr>
              <a:t>• y</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w</a:t>
            </a:r>
          </a:p>
          <a:p>
            <a:r>
              <a:rPr sz="1200" b="0">
                <a:solidFill>
                  <a:srgbClr val="222222"/>
                </a:solidFill>
                <a:latin typeface="Calibri"/>
              </a:rPr>
              <a:t>• h</a:t>
            </a:r>
          </a:p>
          <a:p>
            <a:r>
              <a:rPr sz="1200" b="0">
                <a:solidFill>
                  <a:srgbClr val="222222"/>
                </a:solidFill>
                <a:latin typeface="Calibri"/>
              </a:rPr>
              <a:t>• i</a:t>
            </a:r>
          </a:p>
          <a:p>
            <a:r>
              <a:rPr sz="1200" b="0">
                <a:solidFill>
                  <a:srgbClr val="222222"/>
                </a:solidFill>
                <a:latin typeface="Calibri"/>
              </a:rPr>
              <a:t>• c</a:t>
            </a:r>
          </a:p>
          <a:p>
            <a:r>
              <a:rPr sz="1200" b="0">
                <a:solidFill>
                  <a:srgbClr val="222222"/>
                </a:solidFill>
                <a:latin typeface="Calibri"/>
              </a:rPr>
              <a:t>• h</a:t>
            </a:r>
          </a:p>
          <a:p>
            <a:r>
              <a:rPr sz="1200" b="0">
                <a:solidFill>
                  <a:srgbClr val="222222"/>
                </a:solidFill>
                <a:latin typeface="Calibri"/>
              </a:rPr>
              <a:t>•  </a:t>
            </a:r>
          </a:p>
          <a:p>
            <a:r>
              <a:rPr sz="1200" b="0">
                <a:solidFill>
                  <a:srgbClr val="222222"/>
                </a:solidFill>
                <a:latin typeface="Calibri"/>
              </a:rPr>
              <a:t>• c</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a:t>
            </a:r>
          </a:p>
          <a:p>
            <a:r>
              <a:rPr sz="1200" b="0">
                <a:solidFill>
                  <a:srgbClr val="222222"/>
                </a:solidFill>
                <a:latin typeface="Calibri"/>
              </a:rPr>
              <a:t>• e</a:t>
            </a:r>
          </a:p>
          <a:p>
            <a:r>
              <a:rPr sz="1200" b="0">
                <a:solidFill>
                  <a:srgbClr val="222222"/>
                </a:solidFill>
                <a:latin typeface="Calibri"/>
              </a:rPr>
              <a:t>• n</a:t>
            </a:r>
          </a:p>
          <a:p>
            <a:r>
              <a:rPr sz="1200" b="0">
                <a:solidFill>
                  <a:srgbClr val="222222"/>
                </a:solidFill>
                <a:latin typeface="Calibri"/>
              </a:rPr>
              <a:t>• h</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c</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v</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s</a:t>
            </a:r>
          </a:p>
          <a:p>
            <a:r>
              <a:rPr sz="1200" b="0">
                <a:solidFill>
                  <a:srgbClr val="222222"/>
                </a:solidFill>
                <a:latin typeface="Calibri"/>
              </a:rPr>
              <a:t>• a</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l</a:t>
            </a:r>
          </a:p>
          <a:p>
            <a:r>
              <a:rPr sz="1200" b="0">
                <a:solidFill>
                  <a:srgbClr val="222222"/>
                </a:solidFill>
                <a:latin typeface="Calibri"/>
              </a:rPr>
              <a:t>• i</a:t>
            </a:r>
          </a:p>
          <a:p>
            <a:r>
              <a:rPr sz="1200" b="0">
                <a:solidFill>
                  <a:srgbClr val="222222"/>
                </a:solidFill>
                <a:latin typeface="Calibri"/>
              </a:rPr>
              <a:t>• t</a:t>
            </a:r>
          </a:p>
          <a:p>
            <a:r>
              <a:rPr sz="1200" b="0">
                <a:solidFill>
                  <a:srgbClr val="222222"/>
                </a:solidFill>
                <a:latin typeface="Calibri"/>
              </a:rPr>
              <a:t>• y</a:t>
            </a:r>
          </a:p>
          <a:p>
            <a:r>
              <a:rPr sz="1200" b="0">
                <a:solidFill>
                  <a:srgbClr val="222222"/>
                </a:solidFill>
                <a:latin typeface="Calibri"/>
              </a:rPr>
              <a:t>•  </a:t>
            </a:r>
          </a:p>
          <a:p>
            <a:r>
              <a:rPr sz="1200" b="0">
                <a:solidFill>
                  <a:srgbClr val="222222"/>
                </a:solidFill>
                <a:latin typeface="Calibri"/>
              </a:rPr>
              <a:t>• f</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u</a:t>
            </a:r>
          </a:p>
          <a:p>
            <a:r>
              <a:rPr sz="1200" b="0">
                <a:solidFill>
                  <a:srgbClr val="222222"/>
                </a:solidFill>
                <a:latin typeface="Calibri"/>
              </a:rPr>
              <a:t>• s</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a:t>
            </a:r>
            <a:br/>
          </a:p>
          <a:p>
            <a:r>
              <a:rPr sz="1200" b="0">
                <a:solidFill>
                  <a:srgbClr val="222222"/>
                </a:solidFill>
                <a:latin typeface="Calibri"/>
              </a:rPr>
              <a:t>• </a:t>
            </a:r>
            <a:br/>
          </a:p>
          <a:p>
            <a:r>
              <a:rPr sz="1200" b="0">
                <a:solidFill>
                  <a:srgbClr val="222222"/>
                </a:solidFill>
                <a:latin typeface="Calibri"/>
              </a:rPr>
              <a:t>• 2</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U</a:t>
            </a:r>
          </a:p>
          <a:p>
            <a:r>
              <a:rPr sz="1200" b="0">
                <a:solidFill>
                  <a:srgbClr val="222222"/>
                </a:solidFill>
                <a:latin typeface="Calibri"/>
              </a:rPr>
              <a:t>• p</a:t>
            </a:r>
          </a:p>
          <a:p>
            <a:r>
              <a:rPr sz="1200" b="0">
                <a:solidFill>
                  <a:srgbClr val="222222"/>
                </a:solidFill>
                <a:latin typeface="Calibri"/>
              </a:rPr>
              <a:t>• g</a:t>
            </a:r>
          </a:p>
          <a:p>
            <a:r>
              <a:rPr sz="1200" b="0">
                <a:solidFill>
                  <a:srgbClr val="222222"/>
                </a:solidFill>
                <a:latin typeface="Calibri"/>
              </a:rPr>
              <a:t>• r</a:t>
            </a:r>
          </a:p>
          <a:p>
            <a:r>
              <a:rPr sz="1200" b="0">
                <a:solidFill>
                  <a:srgbClr val="222222"/>
                </a:solidFill>
                <a:latin typeface="Calibri"/>
              </a:rPr>
              <a:t>• a</a:t>
            </a:r>
          </a:p>
          <a:p>
            <a:r>
              <a:rPr sz="1200" b="0">
                <a:solidFill>
                  <a:srgbClr val="222222"/>
                </a:solidFill>
                <a:latin typeface="Calibri"/>
              </a:rPr>
              <a:t>• d</a:t>
            </a:r>
          </a:p>
          <a:p>
            <a:r>
              <a:rPr sz="1200" b="0">
                <a:solidFill>
                  <a:srgbClr val="222222"/>
                </a:solidFill>
                <a:latin typeface="Calibri"/>
              </a:rPr>
              <a:t>• e</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R</a:t>
            </a:r>
          </a:p>
          <a:p>
            <a:r>
              <a:rPr sz="1200" b="0">
                <a:solidFill>
                  <a:srgbClr val="222222"/>
                </a:solidFill>
                <a:latin typeface="Calibri"/>
              </a:rPr>
              <a:t>• A</a:t>
            </a:r>
          </a:p>
          <a:p>
            <a:r>
              <a:rPr sz="1200" b="0">
                <a:solidFill>
                  <a:srgbClr val="222222"/>
                </a:solidFill>
                <a:latin typeface="Calibri"/>
              </a:rPr>
              <a:t>• M</a:t>
            </a:r>
          </a:p>
          <a:p>
            <a:r>
              <a:rPr sz="1200" b="0">
                <a:solidFill>
                  <a:srgbClr val="222222"/>
                </a:solidFill>
                <a:latin typeface="Calibri"/>
              </a:rPr>
              <a:t>•  </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t</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a</a:t>
            </a:r>
          </a:p>
          <a:p>
            <a:r>
              <a:rPr sz="1200" b="0">
                <a:solidFill>
                  <a:srgbClr val="222222"/>
                </a:solidFill>
                <a:latin typeface="Calibri"/>
              </a:rPr>
              <a:t>• g</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b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C</a:t>
            </a:r>
          </a:p>
          <a:p>
            <a:r>
              <a:rPr sz="1200" b="0">
                <a:solidFill>
                  <a:srgbClr val="222222"/>
                </a:solidFill>
                <a:latin typeface="Calibri"/>
              </a:rPr>
              <a:t>• o</a:t>
            </a:r>
          </a:p>
          <a:p>
            <a:r>
              <a:rPr sz="1200" b="0">
                <a:solidFill>
                  <a:srgbClr val="222222"/>
                </a:solidFill>
                <a:latin typeface="Calibri"/>
              </a:rPr>
              <a:t>• n</a:t>
            </a:r>
          </a:p>
          <a:p>
            <a:r>
              <a:rPr sz="1200" b="0">
                <a:solidFill>
                  <a:srgbClr val="222222"/>
                </a:solidFill>
                <a:latin typeface="Calibri"/>
              </a:rPr>
              <a:t>• f</a:t>
            </a:r>
          </a:p>
          <a:p>
            <a:r>
              <a:rPr sz="1200" b="0">
                <a:solidFill>
                  <a:srgbClr val="222222"/>
                </a:solidFill>
                <a:latin typeface="Calibri"/>
              </a:rPr>
              <a:t>• i</a:t>
            </a:r>
          </a:p>
          <a:p>
            <a:r>
              <a:rPr sz="1200" b="0">
                <a:solidFill>
                  <a:srgbClr val="222222"/>
                </a:solidFill>
                <a:latin typeface="Calibri"/>
              </a:rPr>
              <a:t>• g</a:t>
            </a:r>
          </a:p>
          <a:p>
            <a:r>
              <a:rPr sz="1200" b="0">
                <a:solidFill>
                  <a:srgbClr val="222222"/>
                </a:solidFill>
                <a:latin typeface="Calibri"/>
              </a:rPr>
              <a:t>• u</a:t>
            </a:r>
          </a:p>
          <a:p>
            <a:r>
              <a:rPr sz="1200" b="0">
                <a:solidFill>
                  <a:srgbClr val="222222"/>
                </a:solidFill>
                <a:latin typeface="Calibri"/>
              </a:rPr>
              <a:t>• r</a:t>
            </a:r>
          </a:p>
          <a:p>
            <a:r>
              <a:rPr sz="1200" b="0">
                <a:solidFill>
                  <a:srgbClr val="222222"/>
                </a:solidFill>
                <a:latin typeface="Calibri"/>
              </a:rPr>
              <a:t>• a</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o</a:t>
            </a:r>
          </a:p>
          <a:p>
            <a:r>
              <a:rPr sz="1200" b="0">
                <a:solidFill>
                  <a:srgbClr val="222222"/>
                </a:solidFill>
                <a:latin typeface="Calibri"/>
              </a:rPr>
              <a:t>• n</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u</a:t>
            </a:r>
          </a:p>
          <a:p>
            <a:r>
              <a:rPr sz="1200" b="0">
                <a:solidFill>
                  <a:srgbClr val="222222"/>
                </a:solidFill>
                <a:latin typeface="Calibri"/>
              </a:rPr>
              <a:t>• g</a:t>
            </a:r>
          </a:p>
          <a:p>
            <a:r>
              <a:rPr sz="1200" b="0">
                <a:solidFill>
                  <a:srgbClr val="222222"/>
                </a:solidFill>
                <a:latin typeface="Calibri"/>
              </a:rPr>
              <a:t>• g</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t</a:t>
            </a:r>
          </a:p>
          <a:p>
            <a:r>
              <a:rPr sz="1200" b="0">
                <a:solidFill>
                  <a:srgbClr val="222222"/>
                </a:solidFill>
                <a:latin typeface="Calibri"/>
              </a:rPr>
              <a:t>•  </a:t>
            </a:r>
          </a:p>
          <a:p>
            <a:r>
              <a:rPr sz="1200" b="0">
                <a:solidFill>
                  <a:srgbClr val="222222"/>
                </a:solidFill>
                <a:latin typeface="Calibri"/>
              </a:rPr>
              <a:t>• u</a:t>
            </a:r>
          </a:p>
          <a:p>
            <a:r>
              <a:rPr sz="1200" b="0">
                <a:solidFill>
                  <a:srgbClr val="222222"/>
                </a:solidFill>
                <a:latin typeface="Calibri"/>
              </a:rPr>
              <a:t>• p</a:t>
            </a:r>
          </a:p>
          <a:p>
            <a:r>
              <a:rPr sz="1200" b="0">
                <a:solidFill>
                  <a:srgbClr val="222222"/>
                </a:solidFill>
                <a:latin typeface="Calibri"/>
              </a:rPr>
              <a:t>• g</a:t>
            </a:r>
          </a:p>
          <a:p>
            <a:r>
              <a:rPr sz="1200" b="0">
                <a:solidFill>
                  <a:srgbClr val="222222"/>
                </a:solidFill>
                <a:latin typeface="Calibri"/>
              </a:rPr>
              <a:t>• r</a:t>
            </a:r>
          </a:p>
          <a:p>
            <a:r>
              <a:rPr sz="1200" b="0">
                <a:solidFill>
                  <a:srgbClr val="222222"/>
                </a:solidFill>
                <a:latin typeface="Calibri"/>
              </a:rPr>
              <a:t>• a</a:t>
            </a:r>
          </a:p>
          <a:p>
            <a:r>
              <a:rPr sz="1200" b="0">
                <a:solidFill>
                  <a:srgbClr val="222222"/>
                </a:solidFill>
                <a:latin typeface="Calibri"/>
              </a:rPr>
              <a:t>• d</a:t>
            </a:r>
          </a:p>
          <a:p>
            <a:r>
              <a:rPr sz="1200" b="0">
                <a:solidFill>
                  <a:srgbClr val="222222"/>
                </a:solidFill>
                <a:latin typeface="Calibri"/>
              </a:rPr>
              <a:t>• i</a:t>
            </a:r>
          </a:p>
          <a:p>
            <a:r>
              <a:rPr sz="1200" b="0">
                <a:solidFill>
                  <a:srgbClr val="222222"/>
                </a:solidFill>
                <a:latin typeface="Calibri"/>
              </a:rPr>
              <a:t>• n</a:t>
            </a:r>
          </a:p>
          <a:p>
            <a:r>
              <a:rPr sz="1200" b="0">
                <a:solidFill>
                  <a:srgbClr val="222222"/>
                </a:solidFill>
                <a:latin typeface="Calibri"/>
              </a:rPr>
              <a:t>• g</a:t>
            </a:r>
          </a:p>
          <a:p>
            <a:r>
              <a:rPr sz="1200" b="0">
                <a:solidFill>
                  <a:srgbClr val="222222"/>
                </a:solidFill>
                <a:latin typeface="Calibri"/>
              </a:rPr>
              <a:t>•  </a:t>
            </a:r>
          </a:p>
          <a:p>
            <a:r>
              <a:rPr sz="1200" b="0">
                <a:solidFill>
                  <a:srgbClr val="222222"/>
                </a:solidFill>
                <a:latin typeface="Calibri"/>
              </a:rPr>
              <a:t>• t</a:t>
            </a:r>
          </a:p>
          <a:p>
            <a:r>
              <a:rPr sz="1200" b="0">
                <a:solidFill>
                  <a:srgbClr val="222222"/>
                </a:solidFill>
                <a:latin typeface="Calibri"/>
              </a:rPr>
              <a:t>• o</a:t>
            </a:r>
          </a:p>
          <a:p>
            <a:r>
              <a:rPr sz="1200" b="0">
                <a:solidFill>
                  <a:srgbClr val="222222"/>
                </a:solidFill>
                <a:latin typeface="Calibri"/>
              </a:rPr>
              <a:t>•  </a:t>
            </a:r>
          </a:p>
          <a:p>
            <a:r>
              <a:rPr sz="1200" b="0">
                <a:solidFill>
                  <a:srgbClr val="222222"/>
                </a:solidFill>
                <a:latin typeface="Calibri"/>
              </a:rPr>
              <a:t>• 1</a:t>
            </a:r>
          </a:p>
          <a:p>
            <a:r>
              <a:rPr sz="1200" b="0">
                <a:solidFill>
                  <a:srgbClr val="222222"/>
                </a:solidFill>
                <a:latin typeface="Calibri"/>
              </a:rPr>
              <a:t>• 6</a:t>
            </a:r>
          </a:p>
          <a:p>
            <a:r>
              <a:rPr sz="1200" b="0">
                <a:solidFill>
                  <a:srgbClr val="222222"/>
                </a:solidFill>
                <a:latin typeface="Calibri"/>
              </a:rPr>
              <a:t>• G</a:t>
            </a:r>
          </a:p>
          <a:p>
            <a:r>
              <a:rPr sz="1200" b="0">
                <a:solidFill>
                  <a:srgbClr val="222222"/>
                </a:solidFill>
                <a:latin typeface="Calibri"/>
              </a:rPr>
              <a:t>• B</a:t>
            </a:r>
          </a:p>
          <a:p>
            <a:r>
              <a:rPr sz="1200" b="0">
                <a:solidFill>
                  <a:srgbClr val="222222"/>
                </a:solidFill>
                <a:latin typeface="Calibri"/>
              </a:rPr>
              <a:t>•  </a:t>
            </a:r>
          </a:p>
          <a:p>
            <a:r>
              <a:rPr sz="1200" b="0">
                <a:solidFill>
                  <a:srgbClr val="222222"/>
                </a:solidFill>
                <a:latin typeface="Calibri"/>
              </a:rPr>
              <a:t>• R</a:t>
            </a:r>
          </a:p>
          <a:p>
            <a:r>
              <a:rPr sz="1200" b="0">
                <a:solidFill>
                  <a:srgbClr val="222222"/>
                </a:solidFill>
                <a:latin typeface="Calibri"/>
              </a:rPr>
              <a:t>• A</a:t>
            </a:r>
          </a:p>
          <a:p>
            <a:r>
              <a:rPr sz="1200" b="0">
                <a:solidFill>
                  <a:srgbClr val="222222"/>
                </a:solidFill>
                <a:latin typeface="Calibri"/>
              </a:rPr>
              <a:t>• M</a:t>
            </a:r>
          </a:p>
          <a:p>
            <a:r>
              <a:rPr sz="1200" b="0">
                <a:solidFill>
                  <a:srgbClr val="222222"/>
                </a:solidFill>
                <a:latin typeface="Calibri"/>
              </a:rPr>
              <a:t>•  </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i</a:t>
            </a:r>
          </a:p>
          <a:p>
            <a:r>
              <a:rPr sz="1200" b="0">
                <a:solidFill>
                  <a:srgbClr val="222222"/>
                </a:solidFill>
                <a:latin typeface="Calibri"/>
              </a:rPr>
              <a:t>• n</a:t>
            </a:r>
          </a:p>
          <a:p>
            <a:r>
              <a:rPr sz="1200" b="0">
                <a:solidFill>
                  <a:srgbClr val="222222"/>
                </a:solidFill>
                <a:latin typeface="Calibri"/>
              </a:rPr>
              <a:t>• c</a:t>
            </a:r>
          </a:p>
          <a:p>
            <a:r>
              <a:rPr sz="1200" b="0">
                <a:solidFill>
                  <a:srgbClr val="222222"/>
                </a:solidFill>
                <a:latin typeface="Calibri"/>
              </a:rPr>
              <a:t>• r</a:t>
            </a:r>
          </a:p>
          <a:p>
            <a:r>
              <a:rPr sz="1200" b="0">
                <a:solidFill>
                  <a:srgbClr val="222222"/>
                </a:solidFill>
                <a:latin typeface="Calibri"/>
              </a:rPr>
              <a:t>• e</a:t>
            </a:r>
          </a:p>
          <a:p>
            <a:r>
              <a:rPr sz="1200" b="0">
                <a:solidFill>
                  <a:srgbClr val="222222"/>
                </a:solidFill>
                <a:latin typeface="Calibri"/>
              </a:rPr>
              <a:t>• a</a:t>
            </a:r>
          </a:p>
          <a:p>
            <a:r>
              <a:rPr sz="1200" b="0">
                <a:solidFill>
                  <a:srgbClr val="222222"/>
                </a:solidFill>
                <a:latin typeface="Calibri"/>
              </a:rPr>
              <a:t>• s</a:t>
            </a:r>
          </a:p>
          <a:p>
            <a:r>
              <a:rPr sz="1200" b="0">
                <a:solidFill>
                  <a:srgbClr val="222222"/>
                </a:solidFill>
                <a:latin typeface="Calibri"/>
              </a:rPr>
              <a:t>• i</a:t>
            </a:r>
          </a:p>
          <a:p>
            <a:r>
              <a:rPr sz="1200" b="0">
                <a:solidFill>
                  <a:srgbClr val="222222"/>
                </a:solidFill>
                <a:latin typeface="Calibri"/>
              </a:rPr>
              <a:t>• n</a:t>
            </a:r>
          </a:p>
          <a:p>
            <a:r>
              <a:rPr sz="1200" b="0">
                <a:solidFill>
                  <a:srgbClr val="222222"/>
                </a:solidFill>
                <a:latin typeface="Calibri"/>
              </a:rPr>
              <a:t>• g</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S</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t</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a</a:t>
            </a:r>
          </a:p>
          <a:p>
            <a:r>
              <a:rPr sz="1200" b="0">
                <a:solidFill>
                  <a:srgbClr val="222222"/>
                </a:solidFill>
                <a:latin typeface="Calibri"/>
              </a:rPr>
              <a:t>• g</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f</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m</a:t>
            </a:r>
          </a:p>
          <a:p>
            <a:r>
              <a:rPr sz="1200" b="0">
                <a:solidFill>
                  <a:srgbClr val="222222"/>
                </a:solidFill>
                <a:latin typeface="Calibri"/>
              </a:rPr>
              <a:t>• o</a:t>
            </a:r>
          </a:p>
          <a:p>
            <a:r>
              <a:rPr sz="1200" b="0">
                <a:solidFill>
                  <a:srgbClr val="222222"/>
                </a:solidFill>
                <a:latin typeface="Calibri"/>
              </a:rPr>
              <a:t>• o</a:t>
            </a:r>
          </a:p>
          <a:p>
            <a:r>
              <a:rPr sz="1200" b="0">
                <a:solidFill>
                  <a:srgbClr val="222222"/>
                </a:solidFill>
                <a:latin typeface="Calibri"/>
              </a:rPr>
              <a:t>• t</a:t>
            </a:r>
          </a:p>
          <a:p>
            <a:r>
              <a:rPr sz="1200" b="0">
                <a:solidFill>
                  <a:srgbClr val="222222"/>
                </a:solidFill>
                <a:latin typeface="Calibri"/>
              </a:rPr>
              <a:t>• h</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m</a:t>
            </a:r>
          </a:p>
          <a:p>
            <a:r>
              <a:rPr sz="1200" b="0">
                <a:solidFill>
                  <a:srgbClr val="222222"/>
                </a:solidFill>
                <a:latin typeface="Calibri"/>
              </a:rPr>
              <a:t>• u</a:t>
            </a:r>
          </a:p>
          <a:p>
            <a:r>
              <a:rPr sz="1200" b="0">
                <a:solidFill>
                  <a:srgbClr val="222222"/>
                </a:solidFill>
                <a:latin typeface="Calibri"/>
              </a:rPr>
              <a:t>• l</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t</a:t>
            </a:r>
          </a:p>
          <a:p>
            <a:r>
              <a:rPr sz="1200" b="0">
                <a:solidFill>
                  <a:srgbClr val="222222"/>
                </a:solidFill>
                <a:latin typeface="Calibri"/>
              </a:rPr>
              <a:t>• a</a:t>
            </a:r>
          </a:p>
          <a:p>
            <a:r>
              <a:rPr sz="1200" b="0">
                <a:solidFill>
                  <a:srgbClr val="222222"/>
                </a:solidFill>
                <a:latin typeface="Calibri"/>
              </a:rPr>
              <a:t>• s</a:t>
            </a:r>
          </a:p>
          <a:p>
            <a:r>
              <a:rPr sz="1200" b="0">
                <a:solidFill>
                  <a:srgbClr val="222222"/>
                </a:solidFill>
                <a:latin typeface="Calibri"/>
              </a:rPr>
              <a:t>• k</a:t>
            </a:r>
          </a:p>
          <a:p>
            <a:r>
              <a:rPr sz="1200" b="0">
                <a:solidFill>
                  <a:srgbClr val="222222"/>
                </a:solidFill>
                <a:latin typeface="Calibri"/>
              </a:rPr>
              <a:t>• i</a:t>
            </a:r>
          </a:p>
          <a:p>
            <a:r>
              <a:rPr sz="1200" b="0">
                <a:solidFill>
                  <a:srgbClr val="222222"/>
                </a:solidFill>
                <a:latin typeface="Calibri"/>
              </a:rPr>
              <a:t>• n</a:t>
            </a:r>
          </a:p>
          <a:p>
            <a:r>
              <a:rPr sz="1200" b="0">
                <a:solidFill>
                  <a:srgbClr val="222222"/>
                </a:solidFill>
                <a:latin typeface="Calibri"/>
              </a:rPr>
              <a:t>• g</a:t>
            </a:r>
          </a:p>
          <a:p>
            <a:r>
              <a:rPr sz="1200" b="0">
                <a:solidFill>
                  <a:srgbClr val="222222"/>
                </a:solidFill>
                <a:latin typeface="Calibri"/>
              </a:rPr>
              <a:t>•  </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f</a:t>
            </a:r>
          </a:p>
          <a:p>
            <a:r>
              <a:rPr sz="1200" b="0">
                <a:solidFill>
                  <a:srgbClr val="222222"/>
                </a:solidFill>
                <a:latin typeface="Calibri"/>
              </a:rPr>
              <a:t>• a</a:t>
            </a:r>
          </a:p>
          <a:p>
            <a:r>
              <a:rPr sz="1200" b="0">
                <a:solidFill>
                  <a:srgbClr val="222222"/>
                </a:solidFill>
                <a:latin typeface="Calibri"/>
              </a:rPr>
              <a:t>• s</a:t>
            </a:r>
          </a:p>
          <a:p>
            <a:r>
              <a:rPr sz="1200" b="0">
                <a:solidFill>
                  <a:srgbClr val="222222"/>
                </a:solidFill>
                <a:latin typeface="Calibri"/>
              </a:rPr>
              <a:t>• t</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l</a:t>
            </a:r>
          </a:p>
          <a:p>
            <a:r>
              <a:rPr sz="1200" b="0">
                <a:solidFill>
                  <a:srgbClr val="222222"/>
                </a:solidFill>
                <a:latin typeface="Calibri"/>
              </a:rPr>
              <a:t>• o</a:t>
            </a:r>
          </a:p>
          <a:p>
            <a:r>
              <a:rPr sz="1200" b="0">
                <a:solidFill>
                  <a:srgbClr val="222222"/>
                </a:solidFill>
                <a:latin typeface="Calibri"/>
              </a:rPr>
              <a:t>• a</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m</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a:t>
            </a:r>
            <a:b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R</a:t>
            </a:r>
          </a:p>
          <a:p>
            <a:r>
              <a:rPr sz="1200" b="0">
                <a:solidFill>
                  <a:srgbClr val="222222"/>
                </a:solidFill>
                <a:latin typeface="Calibri"/>
              </a:rPr>
              <a:t>• a</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o</a:t>
            </a:r>
          </a:p>
          <a:p>
            <a:r>
              <a:rPr sz="1200" b="0">
                <a:solidFill>
                  <a:srgbClr val="222222"/>
                </a:solidFill>
                <a:latin typeface="Calibri"/>
              </a:rPr>
              <a:t>• n</a:t>
            </a:r>
          </a:p>
          <a:p>
            <a:r>
              <a:rPr sz="1200" b="0">
                <a:solidFill>
                  <a:srgbClr val="222222"/>
                </a:solidFill>
                <a:latin typeface="Calibri"/>
              </a:rPr>
              <a:t>• a</a:t>
            </a:r>
          </a:p>
          <a:p>
            <a:r>
              <a:rPr sz="1200" b="0">
                <a:solidFill>
                  <a:srgbClr val="222222"/>
                </a:solidFill>
                <a:latin typeface="Calibri"/>
              </a:rPr>
              <a:t>• l</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I</a:t>
            </a:r>
          </a:p>
          <a:p>
            <a:r>
              <a:rPr sz="1200" b="0">
                <a:solidFill>
                  <a:srgbClr val="222222"/>
                </a:solidFill>
                <a:latin typeface="Calibri"/>
              </a:rPr>
              <a:t>• f</a:t>
            </a:r>
          </a:p>
          <a:p>
            <a:r>
              <a:rPr sz="1200" b="0">
                <a:solidFill>
                  <a:srgbClr val="222222"/>
                </a:solidFill>
                <a:latin typeface="Calibri"/>
              </a:rPr>
              <a:t>•  </a:t>
            </a:r>
          </a:p>
          <a:p>
            <a:r>
              <a:rPr sz="1200" b="0">
                <a:solidFill>
                  <a:srgbClr val="222222"/>
                </a:solidFill>
                <a:latin typeface="Calibri"/>
              </a:rPr>
              <a:t>• t</a:t>
            </a:r>
          </a:p>
          <a:p>
            <a:r>
              <a:rPr sz="1200" b="0">
                <a:solidFill>
                  <a:srgbClr val="222222"/>
                </a:solidFill>
                <a:latin typeface="Calibri"/>
              </a:rPr>
              <a:t>• h</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n</a:t>
            </a:r>
          </a:p>
          <a:p>
            <a:r>
              <a:rPr sz="1200" b="0">
                <a:solidFill>
                  <a:srgbClr val="222222"/>
                </a:solidFill>
                <a:latin typeface="Calibri"/>
              </a:rPr>
              <a:t>• o</a:t>
            </a:r>
          </a:p>
          <a:p>
            <a:r>
              <a:rPr sz="1200" b="0">
                <a:solidFill>
                  <a:srgbClr val="222222"/>
                </a:solidFill>
                <a:latin typeface="Calibri"/>
              </a:rPr>
              <a:t>• t</a:t>
            </a:r>
          </a:p>
          <a:p>
            <a:r>
              <a:rPr sz="1200" b="0">
                <a:solidFill>
                  <a:srgbClr val="222222"/>
                </a:solidFill>
                <a:latin typeface="Calibri"/>
              </a:rPr>
              <a:t>• e</a:t>
            </a:r>
          </a:p>
          <a:p>
            <a:r>
              <a:rPr sz="1200" b="0">
                <a:solidFill>
                  <a:srgbClr val="222222"/>
                </a:solidFill>
                <a:latin typeface="Calibri"/>
              </a:rPr>
              <a:t>• b</a:t>
            </a:r>
          </a:p>
          <a:p>
            <a:r>
              <a:rPr sz="1200" b="0">
                <a:solidFill>
                  <a:srgbClr val="222222"/>
                </a:solidFill>
                <a:latin typeface="Calibri"/>
              </a:rPr>
              <a:t>• o</a:t>
            </a:r>
          </a:p>
          <a:p>
            <a:r>
              <a:rPr sz="1200" b="0">
                <a:solidFill>
                  <a:srgbClr val="222222"/>
                </a:solidFill>
                <a:latin typeface="Calibri"/>
              </a:rPr>
              <a:t>• o</a:t>
            </a:r>
          </a:p>
          <a:p>
            <a:r>
              <a:rPr sz="1200" b="0">
                <a:solidFill>
                  <a:srgbClr val="222222"/>
                </a:solidFill>
                <a:latin typeface="Calibri"/>
              </a:rPr>
              <a:t>• k</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a</a:t>
            </a:r>
          </a:p>
          <a:p>
            <a:r>
              <a:rPr sz="1200" b="0">
                <a:solidFill>
                  <a:srgbClr val="222222"/>
                </a:solidFill>
                <a:latin typeface="Calibri"/>
              </a:rPr>
              <a:t>• r</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i</a:t>
            </a:r>
          </a:p>
          <a:p>
            <a:r>
              <a:rPr sz="1200" b="0">
                <a:solidFill>
                  <a:srgbClr val="222222"/>
                </a:solidFill>
                <a:latin typeface="Calibri"/>
              </a:rPr>
              <a:t>• n</a:t>
            </a:r>
          </a:p>
          <a:p>
            <a:r>
              <a:rPr sz="1200" b="0">
                <a:solidFill>
                  <a:srgbClr val="222222"/>
                </a:solidFill>
                <a:latin typeface="Calibri"/>
              </a:rPr>
              <a:t>• t</a:t>
            </a:r>
          </a:p>
          <a:p>
            <a:r>
              <a:rPr sz="1200" b="0">
                <a:solidFill>
                  <a:srgbClr val="222222"/>
                </a:solidFill>
                <a:latin typeface="Calibri"/>
              </a:rPr>
              <a:t>• e</a:t>
            </a:r>
          </a:p>
          <a:p>
            <a:r>
              <a:rPr sz="1200" b="0">
                <a:solidFill>
                  <a:srgbClr val="222222"/>
                </a:solidFill>
                <a:latin typeface="Calibri"/>
              </a:rPr>
              <a:t>• n</a:t>
            </a:r>
          </a:p>
          <a:p>
            <a:r>
              <a:rPr sz="1200" b="0">
                <a:solidFill>
                  <a:srgbClr val="222222"/>
                </a:solidFill>
                <a:latin typeface="Calibri"/>
              </a:rPr>
              <a:t>• d</a:t>
            </a:r>
          </a:p>
          <a:p>
            <a:r>
              <a:rPr sz="1200" b="0">
                <a:solidFill>
                  <a:srgbClr val="222222"/>
                </a:solidFill>
                <a:latin typeface="Calibri"/>
              </a:rPr>
              <a:t>• e</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f</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r</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o</a:t>
            </a:r>
          </a:p>
          <a:p>
            <a:r>
              <a:rPr sz="1200" b="0">
                <a:solidFill>
                  <a:srgbClr val="222222"/>
                </a:solidFill>
                <a:latin typeface="Calibri"/>
              </a:rPr>
              <a:t>• u</a:t>
            </a:r>
          </a:p>
          <a:p>
            <a:r>
              <a:rPr sz="1200" b="0">
                <a:solidFill>
                  <a:srgbClr val="222222"/>
                </a:solidFill>
                <a:latin typeface="Calibri"/>
              </a:rPr>
              <a:t>• r</a:t>
            </a:r>
          </a:p>
          <a:p>
            <a:r>
              <a:rPr sz="1200" b="0">
                <a:solidFill>
                  <a:srgbClr val="222222"/>
                </a:solidFill>
                <a:latin typeface="Calibri"/>
              </a:rPr>
              <a:t>• c</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i</a:t>
            </a:r>
          </a:p>
          <a:p>
            <a:r>
              <a:rPr sz="1200" b="0">
                <a:solidFill>
                  <a:srgbClr val="222222"/>
                </a:solidFill>
                <a:latin typeface="Calibri"/>
              </a:rPr>
              <a:t>• n</a:t>
            </a:r>
          </a:p>
          <a:p>
            <a:r>
              <a:rPr sz="1200" b="0">
                <a:solidFill>
                  <a:srgbClr val="222222"/>
                </a:solidFill>
                <a:latin typeface="Calibri"/>
              </a:rPr>
              <a:t>• t</a:t>
            </a:r>
          </a:p>
          <a:p>
            <a:r>
              <a:rPr sz="1200" b="0">
                <a:solidFill>
                  <a:srgbClr val="222222"/>
                </a:solidFill>
                <a:latin typeface="Calibri"/>
              </a:rPr>
              <a:t>• e</a:t>
            </a:r>
          </a:p>
          <a:p>
            <a:r>
              <a:rPr sz="1200" b="0">
                <a:solidFill>
                  <a:srgbClr val="222222"/>
                </a:solidFill>
                <a:latin typeface="Calibri"/>
              </a:rPr>
              <a:t>• n</a:t>
            </a:r>
          </a:p>
          <a:p>
            <a:r>
              <a:rPr sz="1200" b="0">
                <a:solidFill>
                  <a:srgbClr val="222222"/>
                </a:solidFill>
                <a:latin typeface="Calibri"/>
              </a:rPr>
              <a:t>• s</a:t>
            </a:r>
          </a:p>
          <a:p>
            <a:r>
              <a:rPr sz="1200" b="0">
                <a:solidFill>
                  <a:srgbClr val="222222"/>
                </a:solidFill>
                <a:latin typeface="Calibri"/>
              </a:rPr>
              <a:t>• i</a:t>
            </a:r>
          </a:p>
          <a:p>
            <a:r>
              <a:rPr sz="1200" b="0">
                <a:solidFill>
                  <a:srgbClr val="222222"/>
                </a:solidFill>
                <a:latin typeface="Calibri"/>
              </a:rPr>
              <a:t>• v</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t</a:t>
            </a:r>
          </a:p>
          <a:p>
            <a:r>
              <a:rPr sz="1200" b="0">
                <a:solidFill>
                  <a:srgbClr val="222222"/>
                </a:solidFill>
                <a:latin typeface="Calibri"/>
              </a:rPr>
              <a:t>• a</a:t>
            </a:r>
          </a:p>
          <a:p>
            <a:r>
              <a:rPr sz="1200" b="0">
                <a:solidFill>
                  <a:srgbClr val="222222"/>
                </a:solidFill>
                <a:latin typeface="Calibri"/>
              </a:rPr>
              <a:t>• s</a:t>
            </a:r>
          </a:p>
          <a:p>
            <a:r>
              <a:rPr sz="1200" b="0">
                <a:solidFill>
                  <a:srgbClr val="222222"/>
                </a:solidFill>
                <a:latin typeface="Calibri"/>
              </a:rPr>
              <a:t>• k</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g</a:t>
            </a:r>
          </a:p>
          <a:p>
            <a:r>
              <a:rPr sz="1200" b="0">
                <a:solidFill>
                  <a:srgbClr val="222222"/>
                </a:solidFill>
                <a:latin typeface="Calibri"/>
              </a:rPr>
              <a:t>• r</a:t>
            </a:r>
          </a:p>
          <a:p>
            <a:r>
              <a:rPr sz="1200" b="0">
                <a:solidFill>
                  <a:srgbClr val="222222"/>
                </a:solidFill>
                <a:latin typeface="Calibri"/>
              </a:rPr>
              <a:t>• a</a:t>
            </a:r>
          </a:p>
          <a:p>
            <a:r>
              <a:rPr sz="1200" b="0">
                <a:solidFill>
                  <a:srgbClr val="222222"/>
                </a:solidFill>
                <a:latin typeface="Calibri"/>
              </a:rPr>
              <a:t>• p</a:t>
            </a:r>
          </a:p>
          <a:p>
            <a:r>
              <a:rPr sz="1200" b="0">
                <a:solidFill>
                  <a:srgbClr val="222222"/>
                </a:solidFill>
                <a:latin typeface="Calibri"/>
              </a:rPr>
              <a:t>• h</a:t>
            </a:r>
          </a:p>
          <a:p>
            <a:r>
              <a:rPr sz="1200" b="0">
                <a:solidFill>
                  <a:srgbClr val="222222"/>
                </a:solidFill>
                <a:latin typeface="Calibri"/>
              </a:rPr>
              <a:t>• i</a:t>
            </a:r>
          </a:p>
          <a:p>
            <a:r>
              <a:rPr sz="1200" b="0">
                <a:solidFill>
                  <a:srgbClr val="222222"/>
                </a:solidFill>
                <a:latin typeface="Calibri"/>
              </a:rPr>
              <a:t>• c</a:t>
            </a:r>
          </a:p>
          <a:p>
            <a:r>
              <a:rPr sz="1200" b="0">
                <a:solidFill>
                  <a:srgbClr val="222222"/>
                </a:solidFill>
                <a:latin typeface="Calibri"/>
              </a:rPr>
              <a:t>•  </a:t>
            </a:r>
          </a:p>
          <a:p>
            <a:r>
              <a:rPr sz="1200" b="0">
                <a:solidFill>
                  <a:srgbClr val="222222"/>
                </a:solidFill>
                <a:latin typeface="Calibri"/>
              </a:rPr>
              <a:t>• d</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i</a:t>
            </a:r>
          </a:p>
          <a:p>
            <a:r>
              <a:rPr sz="1200" b="0">
                <a:solidFill>
                  <a:srgbClr val="222222"/>
                </a:solidFill>
                <a:latin typeface="Calibri"/>
              </a:rPr>
              <a:t>• g</a:t>
            </a:r>
          </a:p>
          <a:p>
            <a:r>
              <a:rPr sz="1200" b="0">
                <a:solidFill>
                  <a:srgbClr val="222222"/>
                </a:solidFill>
                <a:latin typeface="Calibri"/>
              </a:rPr>
              <a:t>• n</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C</a:t>
            </a:r>
          </a:p>
          <a:p>
            <a:r>
              <a:rPr sz="1200" b="0">
                <a:solidFill>
                  <a:srgbClr val="222222"/>
                </a:solidFill>
                <a:latin typeface="Calibri"/>
              </a:rPr>
              <a:t>• A</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w</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k</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e</a:t>
            </a:r>
          </a:p>
          <a:p>
            <a:r>
              <a:rPr sz="1200" b="0">
                <a:solidFill>
                  <a:srgbClr val="222222"/>
                </a:solidFill>
                <a:latin typeface="Calibri"/>
              </a:rPr>
              <a:t>• x</a:t>
            </a:r>
          </a:p>
          <a:p>
            <a:r>
              <a:rPr sz="1200" b="0">
                <a:solidFill>
                  <a:srgbClr val="222222"/>
                </a:solidFill>
                <a:latin typeface="Calibri"/>
              </a:rPr>
              <a:t>• t</a:t>
            </a:r>
          </a:p>
          <a:p>
            <a:r>
              <a:rPr sz="1200" b="0">
                <a:solidFill>
                  <a:srgbClr val="222222"/>
                </a:solidFill>
                <a:latin typeface="Calibri"/>
              </a:rPr>
              <a:t>• r</a:t>
            </a:r>
          </a:p>
          <a:p>
            <a:r>
              <a:rPr sz="1200" b="0">
                <a:solidFill>
                  <a:srgbClr val="222222"/>
                </a:solidFill>
                <a:latin typeface="Calibri"/>
              </a:rPr>
              <a:t>• a</a:t>
            </a:r>
          </a:p>
          <a:p>
            <a:r>
              <a:rPr sz="1200" b="0">
                <a:solidFill>
                  <a:srgbClr val="222222"/>
                </a:solidFill>
                <a:latin typeface="Calibri"/>
              </a:rPr>
              <a:t>•  </a:t>
            </a:r>
          </a:p>
          <a:p>
            <a:r>
              <a:rPr sz="1200" b="0">
                <a:solidFill>
                  <a:srgbClr val="222222"/>
                </a:solidFill>
                <a:latin typeface="Calibri"/>
              </a:rPr>
              <a:t>• R</a:t>
            </a:r>
          </a:p>
          <a:p>
            <a:r>
              <a:rPr sz="1200" b="0">
                <a:solidFill>
                  <a:srgbClr val="222222"/>
                </a:solidFill>
                <a:latin typeface="Calibri"/>
              </a:rPr>
              <a:t>• A</a:t>
            </a:r>
          </a:p>
          <a:p>
            <a:r>
              <a:rPr sz="1200" b="0">
                <a:solidFill>
                  <a:srgbClr val="222222"/>
                </a:solidFill>
                <a:latin typeface="Calibri"/>
              </a:rPr>
              <a:t>• M</a:t>
            </a:r>
          </a:p>
          <a:p>
            <a:r>
              <a:rPr sz="1200" b="0">
                <a:solidFill>
                  <a:srgbClr val="222222"/>
                </a:solidFill>
                <a:latin typeface="Calibri"/>
              </a:rPr>
              <a:t>•  </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t</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a</a:t>
            </a:r>
          </a:p>
          <a:p>
            <a:r>
              <a:rPr sz="1200" b="0">
                <a:solidFill>
                  <a:srgbClr val="222222"/>
                </a:solidFill>
                <a:latin typeface="Calibri"/>
              </a:rPr>
              <a:t>• g</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p</a:t>
            </a:r>
          </a:p>
          <a:p>
            <a:r>
              <a:rPr sz="1200" b="0">
                <a:solidFill>
                  <a:srgbClr val="222222"/>
                </a:solidFill>
                <a:latin typeface="Calibri"/>
              </a:rPr>
              <a:t>• r</a:t>
            </a:r>
          </a:p>
          <a:p>
            <a:r>
              <a:rPr sz="1200" b="0">
                <a:solidFill>
                  <a:srgbClr val="222222"/>
                </a:solidFill>
                <a:latin typeface="Calibri"/>
              </a:rPr>
              <a:t>• o</a:t>
            </a:r>
          </a:p>
          <a:p>
            <a:r>
              <a:rPr sz="1200" b="0">
                <a:solidFill>
                  <a:srgbClr val="222222"/>
                </a:solidFill>
                <a:latin typeface="Calibri"/>
              </a:rPr>
              <a:t>• v</a:t>
            </a:r>
          </a:p>
          <a:p>
            <a:r>
              <a:rPr sz="1200" b="0">
                <a:solidFill>
                  <a:srgbClr val="222222"/>
                </a:solidFill>
                <a:latin typeface="Calibri"/>
              </a:rPr>
              <a:t>• i</a:t>
            </a:r>
          </a:p>
          <a:p>
            <a:r>
              <a:rPr sz="1200" b="0">
                <a:solidFill>
                  <a:srgbClr val="222222"/>
                </a:solidFill>
                <a:latin typeface="Calibri"/>
              </a:rPr>
              <a:t>• d</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b</a:t>
            </a:r>
          </a:p>
          <a:p>
            <a:r>
              <a:rPr sz="1200" b="0">
                <a:solidFill>
                  <a:srgbClr val="222222"/>
                </a:solidFill>
                <a:latin typeface="Calibri"/>
              </a:rPr>
              <a:t>• e</a:t>
            </a:r>
          </a:p>
          <a:p>
            <a:r>
              <a:rPr sz="1200" b="0">
                <a:solidFill>
                  <a:srgbClr val="222222"/>
                </a:solidFill>
                <a:latin typeface="Calibri"/>
              </a:rPr>
              <a:t>• t</a:t>
            </a:r>
          </a:p>
          <a:p>
            <a:r>
              <a:rPr sz="1200" b="0">
                <a:solidFill>
                  <a:srgbClr val="222222"/>
                </a:solidFill>
                <a:latin typeface="Calibri"/>
              </a:rPr>
              <a:t>• t</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p</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f</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m</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c</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a:t>
            </a:r>
            <a:br/>
          </a:p>
          <a:p>
            <a:r>
              <a:rPr sz="1200" b="0">
                <a:solidFill>
                  <a:srgbClr val="222222"/>
                </a:solidFill>
                <a:latin typeface="Calibri"/>
              </a:rPr>
              <a:t>• </a:t>
            </a:r>
            <a:br/>
          </a:p>
          <a:p>
            <a:r>
              <a:rPr sz="1200" b="0">
                <a:solidFill>
                  <a:srgbClr val="222222"/>
                </a:solidFill>
                <a:latin typeface="Calibri"/>
              </a:rPr>
              <a:t>• 3</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E</a:t>
            </a:r>
          </a:p>
          <a:p>
            <a:r>
              <a:rPr sz="1200" b="0">
                <a:solidFill>
                  <a:srgbClr val="222222"/>
                </a:solidFill>
                <a:latin typeface="Calibri"/>
              </a:rPr>
              <a:t>• x</a:t>
            </a:r>
          </a:p>
          <a:p>
            <a:r>
              <a:rPr sz="1200" b="0">
                <a:solidFill>
                  <a:srgbClr val="222222"/>
                </a:solidFill>
                <a:latin typeface="Calibri"/>
              </a:rPr>
              <a:t>• t</a:t>
            </a:r>
          </a:p>
          <a:p>
            <a:r>
              <a:rPr sz="1200" b="0">
                <a:solidFill>
                  <a:srgbClr val="222222"/>
                </a:solidFill>
                <a:latin typeface="Calibri"/>
              </a:rPr>
              <a:t>• e</a:t>
            </a:r>
          </a:p>
          <a:p>
            <a:r>
              <a:rPr sz="1200" b="0">
                <a:solidFill>
                  <a:srgbClr val="222222"/>
                </a:solidFill>
                <a:latin typeface="Calibri"/>
              </a:rPr>
              <a:t>• n</a:t>
            </a:r>
          </a:p>
          <a:p>
            <a:r>
              <a:rPr sz="1200" b="0">
                <a:solidFill>
                  <a:srgbClr val="222222"/>
                </a:solidFill>
                <a:latin typeface="Calibri"/>
              </a:rPr>
              <a:t>• d</a:t>
            </a:r>
          </a:p>
          <a:p>
            <a:r>
              <a:rPr sz="1200" b="0">
                <a:solidFill>
                  <a:srgbClr val="222222"/>
                </a:solidFill>
                <a:latin typeface="Calibri"/>
              </a:rPr>
              <a:t>• e</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W</a:t>
            </a:r>
          </a:p>
          <a:p>
            <a:r>
              <a:rPr sz="1200" b="0">
                <a:solidFill>
                  <a:srgbClr val="222222"/>
                </a:solidFill>
                <a:latin typeface="Calibri"/>
              </a:rPr>
              <a:t>• a</a:t>
            </a:r>
          </a:p>
          <a:p>
            <a:r>
              <a:rPr sz="1200" b="0">
                <a:solidFill>
                  <a:srgbClr val="222222"/>
                </a:solidFill>
                <a:latin typeface="Calibri"/>
              </a:rPr>
              <a:t>• r</a:t>
            </a:r>
          </a:p>
          <a:p>
            <a:r>
              <a:rPr sz="1200" b="0">
                <a:solidFill>
                  <a:srgbClr val="222222"/>
                </a:solidFill>
                <a:latin typeface="Calibri"/>
              </a:rPr>
              <a:t>• r</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t</a:t>
            </a:r>
          </a:p>
          <a:p>
            <a:r>
              <a:rPr sz="1200" b="0">
                <a:solidFill>
                  <a:srgbClr val="222222"/>
                </a:solidFill>
                <a:latin typeface="Calibri"/>
              </a:rPr>
              <a:t>• y</a:t>
            </a:r>
          </a:p>
          <a:p>
            <a:r>
              <a:rPr sz="1200" b="0">
                <a:solidFill>
                  <a:srgbClr val="222222"/>
                </a:solidFill>
                <a:latin typeface="Calibri"/>
              </a:rPr>
              <a:t>•  </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P</a:t>
            </a:r>
          </a:p>
          <a:p>
            <a:r>
              <a:rPr sz="1200" b="0">
                <a:solidFill>
                  <a:srgbClr val="222222"/>
                </a:solidFill>
                <a:latin typeface="Calibri"/>
              </a:rPr>
              <a:t>• r</a:t>
            </a:r>
          </a:p>
          <a:p>
            <a:r>
              <a:rPr sz="1200" b="0">
                <a:solidFill>
                  <a:srgbClr val="222222"/>
                </a:solidFill>
                <a:latin typeface="Calibri"/>
              </a:rPr>
              <a:t>• e</a:t>
            </a:r>
          </a:p>
          <a:p>
            <a:r>
              <a:rPr sz="1200" b="0">
                <a:solidFill>
                  <a:srgbClr val="222222"/>
                </a:solidFill>
                <a:latin typeface="Calibri"/>
              </a:rPr>
              <a:t>• m</a:t>
            </a:r>
          </a:p>
          <a:p>
            <a:r>
              <a:rPr sz="1200" b="0">
                <a:solidFill>
                  <a:srgbClr val="222222"/>
                </a:solidFill>
                <a:latin typeface="Calibri"/>
              </a:rPr>
              <a:t>• i</a:t>
            </a:r>
          </a:p>
          <a:p>
            <a:r>
              <a:rPr sz="1200" b="0">
                <a:solidFill>
                  <a:srgbClr val="222222"/>
                </a:solidFill>
                <a:latin typeface="Calibri"/>
              </a:rPr>
              <a:t>• u</a:t>
            </a:r>
          </a:p>
          <a:p>
            <a:r>
              <a:rPr sz="1200" b="0">
                <a:solidFill>
                  <a:srgbClr val="222222"/>
                </a:solidFill>
                <a:latin typeface="Calibri"/>
              </a:rPr>
              <a:t>• m</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u</a:t>
            </a:r>
          </a:p>
          <a:p>
            <a:r>
              <a:rPr sz="1200" b="0">
                <a:solidFill>
                  <a:srgbClr val="222222"/>
                </a:solidFill>
                <a:latin typeface="Calibri"/>
              </a:rPr>
              <a:t>• p</a:t>
            </a:r>
          </a:p>
          <a:p>
            <a:r>
              <a:rPr sz="1200" b="0">
                <a:solidFill>
                  <a:srgbClr val="222222"/>
                </a:solidFill>
                <a:latin typeface="Calibri"/>
              </a:rPr>
              <a:t>• p</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t</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b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P</a:t>
            </a:r>
          </a:p>
          <a:p>
            <a:r>
              <a:rPr sz="1200" b="0">
                <a:solidFill>
                  <a:srgbClr val="222222"/>
                </a:solidFill>
                <a:latin typeface="Calibri"/>
              </a:rPr>
              <a:t>• r</a:t>
            </a:r>
          </a:p>
          <a:p>
            <a:r>
              <a:rPr sz="1200" b="0">
                <a:solidFill>
                  <a:srgbClr val="222222"/>
                </a:solidFill>
                <a:latin typeface="Calibri"/>
              </a:rPr>
              <a:t>• o</a:t>
            </a:r>
          </a:p>
          <a:p>
            <a:r>
              <a:rPr sz="1200" b="0">
                <a:solidFill>
                  <a:srgbClr val="222222"/>
                </a:solidFill>
                <a:latin typeface="Calibri"/>
              </a:rPr>
              <a:t>• d</a:t>
            </a:r>
          </a:p>
          <a:p>
            <a:r>
              <a:rPr sz="1200" b="0">
                <a:solidFill>
                  <a:srgbClr val="222222"/>
                </a:solidFill>
                <a:latin typeface="Calibri"/>
              </a:rPr>
              <a:t>• u</a:t>
            </a:r>
          </a:p>
          <a:p>
            <a:r>
              <a:rPr sz="1200" b="0">
                <a:solidFill>
                  <a:srgbClr val="222222"/>
                </a:solidFill>
                <a:latin typeface="Calibri"/>
              </a:rPr>
              <a:t>• c</a:t>
            </a:r>
          </a:p>
          <a:p>
            <a:r>
              <a:rPr sz="1200" b="0">
                <a:solidFill>
                  <a:srgbClr val="222222"/>
                </a:solidFill>
                <a:latin typeface="Calibri"/>
              </a:rPr>
              <a:t>• t</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H</a:t>
            </a:r>
          </a:p>
          <a:p>
            <a:r>
              <a:rPr sz="1200" b="0">
                <a:solidFill>
                  <a:srgbClr val="222222"/>
                </a:solidFill>
                <a:latin typeface="Calibri"/>
              </a:rPr>
              <a:t>• P</a:t>
            </a:r>
          </a:p>
          <a:p>
            <a:r>
              <a:rPr sz="1200" b="0">
                <a:solidFill>
                  <a:srgbClr val="222222"/>
                </a:solidFill>
                <a:latin typeface="Calibri"/>
              </a:rPr>
              <a:t>•  </a:t>
            </a:r>
          </a:p>
          <a:p>
            <a:r>
              <a:rPr sz="1200" b="0">
                <a:solidFill>
                  <a:srgbClr val="222222"/>
                </a:solidFill>
                <a:latin typeface="Calibri"/>
              </a:rPr>
              <a:t>• C</a:t>
            </a:r>
          </a:p>
          <a:p>
            <a:r>
              <a:rPr sz="1200" b="0">
                <a:solidFill>
                  <a:srgbClr val="222222"/>
                </a:solidFill>
                <a:latin typeface="Calibri"/>
              </a:rPr>
              <a:t>• a</a:t>
            </a:r>
          </a:p>
          <a:p>
            <a:r>
              <a:rPr sz="1200" b="0">
                <a:solidFill>
                  <a:srgbClr val="222222"/>
                </a:solidFill>
                <a:latin typeface="Calibri"/>
              </a:rPr>
              <a:t>• r</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P</a:t>
            </a:r>
          </a:p>
          <a:p>
            <a:r>
              <a:rPr sz="1200" b="0">
                <a:solidFill>
                  <a:srgbClr val="222222"/>
                </a:solidFill>
                <a:latin typeface="Calibri"/>
              </a:rPr>
              <a:t>• a</a:t>
            </a:r>
          </a:p>
          <a:p>
            <a:r>
              <a:rPr sz="1200" b="0">
                <a:solidFill>
                  <a:srgbClr val="222222"/>
                </a:solidFill>
                <a:latin typeface="Calibri"/>
              </a:rPr>
              <a:t>• c</a:t>
            </a:r>
          </a:p>
          <a:p>
            <a:r>
              <a:rPr sz="1200" b="0">
                <a:solidFill>
                  <a:srgbClr val="222222"/>
                </a:solidFill>
                <a:latin typeface="Calibri"/>
              </a:rPr>
              <a:t>• k</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v</a:t>
            </a:r>
          </a:p>
          <a:p>
            <a:r>
              <a:rPr sz="1200" b="0">
                <a:solidFill>
                  <a:srgbClr val="222222"/>
                </a:solidFill>
                <a:latin typeface="Calibri"/>
              </a:rPr>
              <a:t>• i</a:t>
            </a:r>
          </a:p>
          <a:p>
            <a:r>
              <a:rPr sz="1200" b="0">
                <a:solidFill>
                  <a:srgbClr val="222222"/>
                </a:solidFill>
                <a:latin typeface="Calibri"/>
              </a:rPr>
              <a:t>• c</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a:t>
            </a:r>
            <a:b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R</a:t>
            </a:r>
          </a:p>
          <a:p>
            <a:r>
              <a:rPr sz="1200" b="0">
                <a:solidFill>
                  <a:srgbClr val="222222"/>
                </a:solidFill>
                <a:latin typeface="Calibri"/>
              </a:rPr>
              <a:t>• a</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o</a:t>
            </a:r>
          </a:p>
          <a:p>
            <a:r>
              <a:rPr sz="1200" b="0">
                <a:solidFill>
                  <a:srgbClr val="222222"/>
                </a:solidFill>
                <a:latin typeface="Calibri"/>
              </a:rPr>
              <a:t>• n</a:t>
            </a:r>
          </a:p>
          <a:p>
            <a:r>
              <a:rPr sz="1200" b="0">
                <a:solidFill>
                  <a:srgbClr val="222222"/>
                </a:solidFill>
                <a:latin typeface="Calibri"/>
              </a:rPr>
              <a:t>• a</a:t>
            </a:r>
          </a:p>
          <a:p>
            <a:r>
              <a:rPr sz="1200" b="0">
                <a:solidFill>
                  <a:srgbClr val="222222"/>
                </a:solidFill>
                <a:latin typeface="Calibri"/>
              </a:rPr>
              <a:t>• l</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O</a:t>
            </a:r>
          </a:p>
          <a:p>
            <a:r>
              <a:rPr sz="1200" b="0">
                <a:solidFill>
                  <a:srgbClr val="222222"/>
                </a:solidFill>
                <a:latin typeface="Calibri"/>
              </a:rPr>
              <a:t>• f</a:t>
            </a:r>
          </a:p>
          <a:p>
            <a:r>
              <a:rPr sz="1200" b="0">
                <a:solidFill>
                  <a:srgbClr val="222222"/>
                </a:solidFill>
                <a:latin typeface="Calibri"/>
              </a:rPr>
              <a:t>• f</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i</a:t>
            </a:r>
          </a:p>
          <a:p>
            <a:r>
              <a:rPr sz="1200" b="0">
                <a:solidFill>
                  <a:srgbClr val="222222"/>
                </a:solidFill>
                <a:latin typeface="Calibri"/>
              </a:rPr>
              <a:t>• n</a:t>
            </a:r>
          </a:p>
          <a:p>
            <a:r>
              <a:rPr sz="1200" b="0">
                <a:solidFill>
                  <a:srgbClr val="222222"/>
                </a:solidFill>
                <a:latin typeface="Calibri"/>
              </a:rPr>
              <a:t>• g</a:t>
            </a:r>
          </a:p>
          <a:p>
            <a:r>
              <a:rPr sz="1200" b="0">
                <a:solidFill>
                  <a:srgbClr val="222222"/>
                </a:solidFill>
                <a:latin typeface="Calibri"/>
              </a:rPr>
              <a:t>•  </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a:t>
            </a:r>
          </a:p>
          <a:p>
            <a:r>
              <a:rPr sz="1200" b="0">
                <a:solidFill>
                  <a:srgbClr val="222222"/>
                </a:solidFill>
                <a:latin typeface="Calibri"/>
              </a:rPr>
              <a:t>• e</a:t>
            </a:r>
          </a:p>
          <a:p>
            <a:r>
              <a:rPr sz="1200" b="0">
                <a:solidFill>
                  <a:srgbClr val="222222"/>
                </a:solidFill>
                <a:latin typeface="Calibri"/>
              </a:rPr>
              <a:t>• x</a:t>
            </a:r>
          </a:p>
          <a:p>
            <a:r>
              <a:rPr sz="1200" b="0">
                <a:solidFill>
                  <a:srgbClr val="222222"/>
                </a:solidFill>
                <a:latin typeface="Calibri"/>
              </a:rPr>
              <a:t>• t</a:t>
            </a:r>
          </a:p>
          <a:p>
            <a:r>
              <a:rPr sz="1200" b="0">
                <a:solidFill>
                  <a:srgbClr val="222222"/>
                </a:solidFill>
                <a:latin typeface="Calibri"/>
              </a:rPr>
              <a:t>• e</a:t>
            </a:r>
          </a:p>
          <a:p>
            <a:r>
              <a:rPr sz="1200" b="0">
                <a:solidFill>
                  <a:srgbClr val="222222"/>
                </a:solidFill>
                <a:latin typeface="Calibri"/>
              </a:rPr>
              <a:t>• n</a:t>
            </a:r>
          </a:p>
          <a:p>
            <a:r>
              <a:rPr sz="1200" b="0">
                <a:solidFill>
                  <a:srgbClr val="222222"/>
                </a:solidFill>
                <a:latin typeface="Calibri"/>
              </a:rPr>
              <a:t>• d</a:t>
            </a:r>
          </a:p>
          <a:p>
            <a:r>
              <a:rPr sz="1200" b="0">
                <a:solidFill>
                  <a:srgbClr val="222222"/>
                </a:solidFill>
                <a:latin typeface="Calibri"/>
              </a:rPr>
              <a:t>• e</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w</a:t>
            </a:r>
          </a:p>
          <a:p>
            <a:r>
              <a:rPr sz="1200" b="0">
                <a:solidFill>
                  <a:srgbClr val="222222"/>
                </a:solidFill>
                <a:latin typeface="Calibri"/>
              </a:rPr>
              <a:t>• a</a:t>
            </a:r>
          </a:p>
          <a:p>
            <a:r>
              <a:rPr sz="1200" b="0">
                <a:solidFill>
                  <a:srgbClr val="222222"/>
                </a:solidFill>
                <a:latin typeface="Calibri"/>
              </a:rPr>
              <a:t>• r</a:t>
            </a:r>
          </a:p>
          <a:p>
            <a:r>
              <a:rPr sz="1200" b="0">
                <a:solidFill>
                  <a:srgbClr val="222222"/>
                </a:solidFill>
                <a:latin typeface="Calibri"/>
              </a:rPr>
              <a:t>• r</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t</a:t>
            </a:r>
          </a:p>
          <a:p>
            <a:r>
              <a:rPr sz="1200" b="0">
                <a:solidFill>
                  <a:srgbClr val="222222"/>
                </a:solidFill>
                <a:latin typeface="Calibri"/>
              </a:rPr>
              <a:t>• y</a:t>
            </a:r>
          </a:p>
          <a:p>
            <a:r>
              <a:rPr sz="1200" b="0">
                <a:solidFill>
                  <a:srgbClr val="222222"/>
                </a:solidFill>
                <a:latin typeface="Calibri"/>
              </a:rPr>
              <a:t>•  </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p</a:t>
            </a:r>
          </a:p>
          <a:p>
            <a:r>
              <a:rPr sz="1200" b="0">
                <a:solidFill>
                  <a:srgbClr val="222222"/>
                </a:solidFill>
                <a:latin typeface="Calibri"/>
              </a:rPr>
              <a:t>• r</a:t>
            </a:r>
          </a:p>
          <a:p>
            <a:r>
              <a:rPr sz="1200" b="0">
                <a:solidFill>
                  <a:srgbClr val="222222"/>
                </a:solidFill>
                <a:latin typeface="Calibri"/>
              </a:rPr>
              <a:t>• e</a:t>
            </a:r>
          </a:p>
          <a:p>
            <a:r>
              <a:rPr sz="1200" b="0">
                <a:solidFill>
                  <a:srgbClr val="222222"/>
                </a:solidFill>
                <a:latin typeface="Calibri"/>
              </a:rPr>
              <a:t>• m</a:t>
            </a:r>
          </a:p>
          <a:p>
            <a:r>
              <a:rPr sz="1200" b="0">
                <a:solidFill>
                  <a:srgbClr val="222222"/>
                </a:solidFill>
                <a:latin typeface="Calibri"/>
              </a:rPr>
              <a:t>• i</a:t>
            </a:r>
          </a:p>
          <a:p>
            <a:r>
              <a:rPr sz="1200" b="0">
                <a:solidFill>
                  <a:srgbClr val="222222"/>
                </a:solidFill>
                <a:latin typeface="Calibri"/>
              </a:rPr>
              <a:t>• u</a:t>
            </a:r>
          </a:p>
          <a:p>
            <a:r>
              <a:rPr sz="1200" b="0">
                <a:solidFill>
                  <a:srgbClr val="222222"/>
                </a:solidFill>
                <a:latin typeface="Calibri"/>
              </a:rPr>
              <a:t>• m</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u</a:t>
            </a:r>
          </a:p>
          <a:p>
            <a:r>
              <a:rPr sz="1200" b="0">
                <a:solidFill>
                  <a:srgbClr val="222222"/>
                </a:solidFill>
                <a:latin typeface="Calibri"/>
              </a:rPr>
              <a:t>• p</a:t>
            </a:r>
          </a:p>
          <a:p>
            <a:r>
              <a:rPr sz="1200" b="0">
                <a:solidFill>
                  <a:srgbClr val="222222"/>
                </a:solidFill>
                <a:latin typeface="Calibri"/>
              </a:rPr>
              <a:t>• p</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t</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v</a:t>
            </a:r>
          </a:p>
          <a:p>
            <a:r>
              <a:rPr sz="1200" b="0">
                <a:solidFill>
                  <a:srgbClr val="222222"/>
                </a:solidFill>
                <a:latin typeface="Calibri"/>
              </a:rPr>
              <a:t>• i</a:t>
            </a:r>
          </a:p>
          <a:p>
            <a:r>
              <a:rPr sz="1200" b="0">
                <a:solidFill>
                  <a:srgbClr val="222222"/>
                </a:solidFill>
                <a:latin typeface="Calibri"/>
              </a:rPr>
              <a:t>• c</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p</a:t>
            </a:r>
          </a:p>
          <a:p>
            <a:r>
              <a:rPr sz="1200" b="0">
                <a:solidFill>
                  <a:srgbClr val="222222"/>
                </a:solidFill>
                <a:latin typeface="Calibri"/>
              </a:rPr>
              <a:t>• r</a:t>
            </a:r>
          </a:p>
          <a:p>
            <a:r>
              <a:rPr sz="1200" b="0">
                <a:solidFill>
                  <a:srgbClr val="222222"/>
                </a:solidFill>
                <a:latin typeface="Calibri"/>
              </a:rPr>
              <a:t>• o</a:t>
            </a:r>
          </a:p>
          <a:p>
            <a:r>
              <a:rPr sz="1200" b="0">
                <a:solidFill>
                  <a:srgbClr val="222222"/>
                </a:solidFill>
                <a:latin typeface="Calibri"/>
              </a:rPr>
              <a:t>• v</a:t>
            </a:r>
          </a:p>
          <a:p>
            <a:r>
              <a:rPr sz="1200" b="0">
                <a:solidFill>
                  <a:srgbClr val="222222"/>
                </a:solidFill>
                <a:latin typeface="Calibri"/>
              </a:rPr>
              <a:t>• i</a:t>
            </a:r>
          </a:p>
          <a:p>
            <a:r>
              <a:rPr sz="1200" b="0">
                <a:solidFill>
                  <a:srgbClr val="222222"/>
                </a:solidFill>
                <a:latin typeface="Calibri"/>
              </a:rPr>
              <a:t>• d</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p</a:t>
            </a:r>
          </a:p>
          <a:p>
            <a:r>
              <a:rPr sz="1200" b="0">
                <a:solidFill>
                  <a:srgbClr val="222222"/>
                </a:solidFill>
                <a:latin typeface="Calibri"/>
              </a:rPr>
              <a:t>• e</a:t>
            </a:r>
          </a:p>
          <a:p>
            <a:r>
              <a:rPr sz="1200" b="0">
                <a:solidFill>
                  <a:srgbClr val="222222"/>
                </a:solidFill>
                <a:latin typeface="Calibri"/>
              </a:rPr>
              <a:t>• a</a:t>
            </a:r>
          </a:p>
          <a:p>
            <a:r>
              <a:rPr sz="1200" b="0">
                <a:solidFill>
                  <a:srgbClr val="222222"/>
                </a:solidFill>
                <a:latin typeface="Calibri"/>
              </a:rPr>
              <a:t>• c</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o</a:t>
            </a:r>
          </a:p>
          <a:p>
            <a:r>
              <a:rPr sz="1200" b="0">
                <a:solidFill>
                  <a:srgbClr val="222222"/>
                </a:solidFill>
                <a:latin typeface="Calibri"/>
              </a:rPr>
              <a:t>• f</a:t>
            </a:r>
          </a:p>
          <a:p>
            <a:r>
              <a:rPr sz="1200" b="0">
                <a:solidFill>
                  <a:srgbClr val="222222"/>
                </a:solidFill>
                <a:latin typeface="Calibri"/>
              </a:rPr>
              <a:t>•  </a:t>
            </a:r>
          </a:p>
          <a:p>
            <a:r>
              <a:rPr sz="1200" b="0">
                <a:solidFill>
                  <a:srgbClr val="222222"/>
                </a:solidFill>
                <a:latin typeface="Calibri"/>
              </a:rPr>
              <a:t>• m</a:t>
            </a:r>
          </a:p>
          <a:p>
            <a:r>
              <a:rPr sz="1200" b="0">
                <a:solidFill>
                  <a:srgbClr val="222222"/>
                </a:solidFill>
                <a:latin typeface="Calibri"/>
              </a:rPr>
              <a:t>• i</a:t>
            </a:r>
          </a:p>
          <a:p>
            <a:r>
              <a:rPr sz="1200" b="0">
                <a:solidFill>
                  <a:srgbClr val="222222"/>
                </a:solidFill>
                <a:latin typeface="Calibri"/>
              </a:rPr>
              <a:t>• n</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e</a:t>
            </a:r>
          </a:p>
          <a:p>
            <a:r>
              <a:rPr sz="1200" b="0">
                <a:solidFill>
                  <a:srgbClr val="222222"/>
                </a:solidFill>
                <a:latin typeface="Calibri"/>
              </a:rPr>
              <a:t>• a</a:t>
            </a:r>
          </a:p>
          <a:p>
            <a:r>
              <a:rPr sz="1200" b="0">
                <a:solidFill>
                  <a:srgbClr val="222222"/>
                </a:solidFill>
                <a:latin typeface="Calibri"/>
              </a:rPr>
              <a:t>• m</a:t>
            </a:r>
          </a:p>
          <a:p>
            <a:r>
              <a:rPr sz="1200" b="0">
                <a:solidFill>
                  <a:srgbClr val="222222"/>
                </a:solidFill>
                <a:latin typeface="Calibri"/>
              </a:rPr>
              <a:t>• l</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u</a:t>
            </a:r>
          </a:p>
          <a:p>
            <a:r>
              <a:rPr sz="1200" b="0">
                <a:solidFill>
                  <a:srgbClr val="222222"/>
                </a:solidFill>
                <a:latin typeface="Calibri"/>
              </a:rPr>
              <a:t>• p</a:t>
            </a:r>
          </a:p>
          <a:p>
            <a:r>
              <a:rPr sz="1200" b="0">
                <a:solidFill>
                  <a:srgbClr val="222222"/>
                </a:solidFill>
                <a:latin typeface="Calibri"/>
              </a:rPr>
              <a:t>• p</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t</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s</a:t>
            </a:r>
          </a:p>
          <a:p>
            <a:r>
              <a:rPr sz="1200" b="0">
                <a:solidFill>
                  <a:srgbClr val="222222"/>
                </a:solidFill>
                <a:latin typeface="Calibri"/>
              </a:rPr>
              <a:t>• e</a:t>
            </a:r>
          </a:p>
          <a:p>
            <a:r>
              <a:rPr sz="1200" b="0">
                <a:solidFill>
                  <a:srgbClr val="222222"/>
                </a:solidFill>
                <a:latin typeface="Calibri"/>
              </a:rPr>
              <a:t>• n</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a</a:t>
            </a:r>
          </a:p>
          <a:p>
            <a:r>
              <a:rPr sz="1200" b="0">
                <a:solidFill>
                  <a:srgbClr val="222222"/>
                </a:solidFill>
                <a:latin typeface="Calibri"/>
              </a:rPr>
              <a:t>• l</a:t>
            </a:r>
          </a:p>
          <a:p>
            <a:r>
              <a:rPr sz="1200" b="0">
                <a:solidFill>
                  <a:srgbClr val="222222"/>
                </a:solidFill>
                <a:latin typeface="Calibri"/>
              </a:rPr>
              <a:t>•  </a:t>
            </a:r>
          </a:p>
          <a:p>
            <a:r>
              <a:rPr sz="1200" b="0">
                <a:solidFill>
                  <a:srgbClr val="222222"/>
                </a:solidFill>
                <a:latin typeface="Calibri"/>
              </a:rPr>
              <a:t>• f</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b</a:t>
            </a:r>
          </a:p>
          <a:p>
            <a:r>
              <a:rPr sz="1200" b="0">
                <a:solidFill>
                  <a:srgbClr val="222222"/>
                </a:solidFill>
                <a:latin typeface="Calibri"/>
              </a:rPr>
              <a:t>• u</a:t>
            </a:r>
          </a:p>
          <a:p>
            <a:r>
              <a:rPr sz="1200" b="0">
                <a:solidFill>
                  <a:srgbClr val="222222"/>
                </a:solidFill>
                <a:latin typeface="Calibri"/>
              </a:rPr>
              <a:t>• s</a:t>
            </a:r>
          </a:p>
          <a:p>
            <a:r>
              <a:rPr sz="1200" b="0">
                <a:solidFill>
                  <a:srgbClr val="222222"/>
                </a:solidFill>
                <a:latin typeface="Calibri"/>
              </a:rPr>
              <a:t>• i</a:t>
            </a:r>
          </a:p>
          <a:p>
            <a:r>
              <a:rPr sz="1200" b="0">
                <a:solidFill>
                  <a:srgbClr val="222222"/>
                </a:solidFill>
                <a:latin typeface="Calibri"/>
              </a:rPr>
              <a:t>• n</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e</a:t>
            </a:r>
          </a:p>
          <a:p>
            <a:r>
              <a:rPr sz="1200" b="0">
                <a:solidFill>
                  <a:srgbClr val="222222"/>
                </a:solidFill>
                <a:latin typeface="Calibri"/>
              </a:rPr>
              <a:t>• n</a:t>
            </a:r>
          </a:p>
          <a:p>
            <a:r>
              <a:rPr sz="1200" b="0">
                <a:solidFill>
                  <a:srgbClr val="222222"/>
                </a:solidFill>
                <a:latin typeface="Calibri"/>
              </a:rPr>
              <a:t>• v</a:t>
            </a:r>
          </a:p>
          <a:p>
            <a:r>
              <a:rPr sz="1200" b="0">
                <a:solidFill>
                  <a:srgbClr val="222222"/>
                </a:solidFill>
                <a:latin typeface="Calibri"/>
              </a:rPr>
              <a:t>• i</a:t>
            </a:r>
          </a:p>
          <a:p>
            <a:r>
              <a:rPr sz="1200" b="0">
                <a:solidFill>
                  <a:srgbClr val="222222"/>
                </a:solidFill>
                <a:latin typeface="Calibri"/>
              </a:rPr>
              <a:t>• r</a:t>
            </a:r>
          </a:p>
          <a:p>
            <a:r>
              <a:rPr sz="1200" b="0">
                <a:solidFill>
                  <a:srgbClr val="222222"/>
                </a:solidFill>
                <a:latin typeface="Calibri"/>
              </a:rPr>
              <a:t>• o</a:t>
            </a:r>
          </a:p>
          <a:p>
            <a:r>
              <a:rPr sz="1200" b="0">
                <a:solidFill>
                  <a:srgbClr val="222222"/>
                </a:solidFill>
                <a:latin typeface="Calibri"/>
              </a:rPr>
              <a:t>• n</a:t>
            </a:r>
          </a:p>
          <a:p>
            <a:r>
              <a:rPr sz="1200" b="0">
                <a:solidFill>
                  <a:srgbClr val="222222"/>
                </a:solidFill>
                <a:latin typeface="Calibri"/>
              </a:rPr>
              <a:t>• m</a:t>
            </a:r>
          </a:p>
          <a:p>
            <a:r>
              <a:rPr sz="1200" b="0">
                <a:solidFill>
                  <a:srgbClr val="222222"/>
                </a:solidFill>
                <a:latin typeface="Calibri"/>
              </a:rPr>
              <a:t>• e</a:t>
            </a:r>
          </a:p>
          <a:p>
            <a:r>
              <a:rPr sz="1200" b="0">
                <a:solidFill>
                  <a:srgbClr val="222222"/>
                </a:solidFill>
                <a:latin typeface="Calibri"/>
              </a:rPr>
              <a:t>• n</a:t>
            </a:r>
          </a:p>
          <a:p>
            <a:r>
              <a:rPr sz="1200" b="0">
                <a:solidFill>
                  <a:srgbClr val="222222"/>
                </a:solidFill>
                <a:latin typeface="Calibri"/>
              </a:rPr>
              <a:t>• t</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a:t>
            </a:r>
            <a:br/>
          </a:p>
          <a:p>
            <a:r>
              <a:rPr sz="1200" b="0">
                <a:solidFill>
                  <a:srgbClr val="222222"/>
                </a:solidFill>
                <a:latin typeface="Calibri"/>
              </a:rPr>
              <a:t>• </a:t>
            </a:r>
            <a:b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C</a:t>
            </a:r>
          </a:p>
          <a:p>
            <a:r>
              <a:rPr sz="1200" b="0">
                <a:solidFill>
                  <a:srgbClr val="222222"/>
                </a:solidFill>
                <a:latin typeface="Calibri"/>
              </a:rPr>
              <a:t>• r</a:t>
            </a:r>
          </a:p>
          <a:p>
            <a:r>
              <a:rPr sz="1200" b="0">
                <a:solidFill>
                  <a:srgbClr val="222222"/>
                </a:solidFill>
                <a:latin typeface="Calibri"/>
              </a:rPr>
              <a:t>• o</a:t>
            </a:r>
          </a:p>
          <a:p>
            <a:r>
              <a:rPr sz="1200" b="0">
                <a:solidFill>
                  <a:srgbClr val="222222"/>
                </a:solidFill>
                <a:latin typeface="Calibri"/>
              </a:rPr>
              <a:t>• s</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e</a:t>
            </a:r>
          </a:p>
          <a:p>
            <a:r>
              <a:rPr sz="1200" b="0">
                <a:solidFill>
                  <a:srgbClr val="222222"/>
                </a:solidFill>
                <a:latin typeface="Calibri"/>
              </a:rPr>
              <a:t>• l</a:t>
            </a:r>
          </a:p>
          <a:p>
            <a:r>
              <a:rPr sz="1200" b="0">
                <a:solidFill>
                  <a:srgbClr val="222222"/>
                </a:solidFill>
                <a:latin typeface="Calibri"/>
              </a:rPr>
              <a:t>• l</a:t>
            </a:r>
          </a:p>
          <a:p>
            <a:r>
              <a:rPr sz="1200" b="0">
                <a:solidFill>
                  <a:srgbClr val="222222"/>
                </a:solidFill>
                <a:latin typeface="Calibri"/>
              </a:rPr>
              <a:t>•  </a:t>
            </a:r>
          </a:p>
          <a:p>
            <a:r>
              <a:rPr sz="1200" b="0">
                <a:solidFill>
                  <a:srgbClr val="222222"/>
                </a:solidFill>
                <a:latin typeface="Calibri"/>
              </a:rPr>
              <a:t>• O</a:t>
            </a:r>
          </a:p>
          <a:p>
            <a:r>
              <a:rPr sz="1200" b="0">
                <a:solidFill>
                  <a:srgbClr val="222222"/>
                </a:solidFill>
                <a:latin typeface="Calibri"/>
              </a:rPr>
              <a:t>• p</a:t>
            </a:r>
          </a:p>
          <a:p>
            <a:r>
              <a:rPr sz="1200" b="0">
                <a:solidFill>
                  <a:srgbClr val="222222"/>
                </a:solidFill>
                <a:latin typeface="Calibri"/>
              </a:rPr>
              <a:t>• p</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t</a:t>
            </a:r>
          </a:p>
          <a:p>
            <a:r>
              <a:rPr sz="1200" b="0">
                <a:solidFill>
                  <a:srgbClr val="222222"/>
                </a:solidFill>
                <a:latin typeface="Calibri"/>
              </a:rPr>
              <a:t>• u</a:t>
            </a:r>
          </a:p>
          <a:p>
            <a:r>
              <a:rPr sz="1200" b="0">
                <a:solidFill>
                  <a:srgbClr val="222222"/>
                </a:solidFill>
                <a:latin typeface="Calibri"/>
              </a:rPr>
              <a:t>• n</a:t>
            </a:r>
          </a:p>
          <a:p>
            <a:r>
              <a:rPr sz="1200" b="0">
                <a:solidFill>
                  <a:srgbClr val="222222"/>
                </a:solidFill>
                <a:latin typeface="Calibri"/>
              </a:rPr>
              <a:t>• i</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a:t>
            </a:r>
            <a:br/>
          </a:p>
          <a:p>
            <a:r>
              <a:rPr sz="1200" b="0">
                <a:solidFill>
                  <a:srgbClr val="222222"/>
                </a:solidFill>
                <a:latin typeface="Calibri"/>
              </a:rPr>
              <a:t>• </a:t>
            </a:r>
            <a:br/>
          </a:p>
          <a:p>
            <a:r>
              <a:rPr sz="1200" b="0">
                <a:solidFill>
                  <a:srgbClr val="222222"/>
                </a:solidFill>
                <a:latin typeface="Calibri"/>
              </a:rPr>
              <a:t>• 1</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H</a:t>
            </a:r>
          </a:p>
          <a:p>
            <a:r>
              <a:rPr sz="1200" b="0">
                <a:solidFill>
                  <a:srgbClr val="222222"/>
                </a:solidFill>
                <a:latin typeface="Calibri"/>
              </a:rPr>
              <a:t>• P</a:t>
            </a:r>
          </a:p>
          <a:p>
            <a:r>
              <a:rPr sz="1200" b="0">
                <a:solidFill>
                  <a:srgbClr val="222222"/>
                </a:solidFill>
                <a:latin typeface="Calibri"/>
              </a:rPr>
              <a:t>•  </a:t>
            </a:r>
          </a:p>
          <a:p>
            <a:r>
              <a:rPr sz="1200" b="0">
                <a:solidFill>
                  <a:srgbClr val="222222"/>
                </a:solidFill>
                <a:latin typeface="Calibri"/>
              </a:rPr>
              <a:t>• A</a:t>
            </a:r>
          </a:p>
          <a:p>
            <a:r>
              <a:rPr sz="1200" b="0">
                <a:solidFill>
                  <a:srgbClr val="222222"/>
                </a:solidFill>
                <a:latin typeface="Calibri"/>
              </a:rPr>
              <a:t>• c</a:t>
            </a:r>
          </a:p>
          <a:p>
            <a:r>
              <a:rPr sz="1200" b="0">
                <a:solidFill>
                  <a:srgbClr val="222222"/>
                </a:solidFill>
                <a:latin typeface="Calibri"/>
              </a:rPr>
              <a:t>• c</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s</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i</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b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E</a:t>
            </a:r>
          </a:p>
          <a:p>
            <a:r>
              <a:rPr sz="1200" b="0">
                <a:solidFill>
                  <a:srgbClr val="222222"/>
                </a:solidFill>
                <a:latin typeface="Calibri"/>
              </a:rPr>
              <a:t>• x</a:t>
            </a:r>
          </a:p>
          <a:p>
            <a:r>
              <a:rPr sz="1200" b="0">
                <a:solidFill>
                  <a:srgbClr val="222222"/>
                </a:solidFill>
                <a:latin typeface="Calibri"/>
              </a:rPr>
              <a:t>• t</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n</a:t>
            </a:r>
          </a:p>
          <a:p>
            <a:r>
              <a:rPr sz="1200" b="0">
                <a:solidFill>
                  <a:srgbClr val="222222"/>
                </a:solidFill>
                <a:latin typeface="Calibri"/>
              </a:rPr>
              <a:t>• a</a:t>
            </a:r>
          </a:p>
          <a:p>
            <a:r>
              <a:rPr sz="1200" b="0">
                <a:solidFill>
                  <a:srgbClr val="222222"/>
                </a:solidFill>
                <a:latin typeface="Calibri"/>
              </a:rPr>
              <a:t>• l</a:t>
            </a:r>
          </a:p>
          <a:p>
            <a:r>
              <a:rPr sz="1200" b="0">
                <a:solidFill>
                  <a:srgbClr val="222222"/>
                </a:solidFill>
                <a:latin typeface="Calibri"/>
              </a:rPr>
              <a:t>•  </a:t>
            </a:r>
          </a:p>
          <a:p>
            <a:r>
              <a:rPr sz="1200" b="0">
                <a:solidFill>
                  <a:srgbClr val="222222"/>
                </a:solidFill>
                <a:latin typeface="Calibri"/>
              </a:rPr>
              <a:t>• M</a:t>
            </a:r>
          </a:p>
          <a:p>
            <a:r>
              <a:rPr sz="1200" b="0">
                <a:solidFill>
                  <a:srgbClr val="222222"/>
                </a:solidFill>
                <a:latin typeface="Calibri"/>
              </a:rPr>
              <a:t>• o</a:t>
            </a:r>
          </a:p>
          <a:p>
            <a:r>
              <a:rPr sz="1200" b="0">
                <a:solidFill>
                  <a:srgbClr val="222222"/>
                </a:solidFill>
                <a:latin typeface="Calibri"/>
              </a:rPr>
              <a:t>• u</a:t>
            </a:r>
          </a:p>
          <a:p>
            <a:r>
              <a:rPr sz="1200" b="0">
                <a:solidFill>
                  <a:srgbClr val="222222"/>
                </a:solidFill>
                <a:latin typeface="Calibri"/>
              </a:rPr>
              <a:t>• s</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g</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H</a:t>
            </a:r>
          </a:p>
          <a:p>
            <a:r>
              <a:rPr sz="1200" b="0">
                <a:solidFill>
                  <a:srgbClr val="222222"/>
                </a:solidFill>
                <a:latin typeface="Calibri"/>
              </a:rPr>
              <a:t>• P</a:t>
            </a:r>
          </a:p>
          <a:p>
            <a:r>
              <a:rPr sz="1200" b="0">
                <a:solidFill>
                  <a:srgbClr val="222222"/>
                </a:solidFill>
                <a:latin typeface="Calibri"/>
              </a:rPr>
              <a:t>•  </a:t>
            </a:r>
          </a:p>
          <a:p>
            <a:r>
              <a:rPr sz="1200" b="0">
                <a:solidFill>
                  <a:srgbClr val="222222"/>
                </a:solidFill>
                <a:latin typeface="Calibri"/>
              </a:rPr>
              <a:t>• W</a:t>
            </a:r>
          </a:p>
          <a:p>
            <a:r>
              <a:rPr sz="1200" b="0">
                <a:solidFill>
                  <a:srgbClr val="222222"/>
                </a:solidFill>
                <a:latin typeface="Calibri"/>
              </a:rPr>
              <a:t>• i</a:t>
            </a:r>
          </a:p>
          <a:p>
            <a:r>
              <a:rPr sz="1200" b="0">
                <a:solidFill>
                  <a:srgbClr val="222222"/>
                </a:solidFill>
                <a:latin typeface="Calibri"/>
              </a:rPr>
              <a:t>• r</a:t>
            </a:r>
          </a:p>
          <a:p>
            <a:r>
              <a:rPr sz="1200" b="0">
                <a:solidFill>
                  <a:srgbClr val="222222"/>
                </a:solidFill>
                <a:latin typeface="Calibri"/>
              </a:rPr>
              <a:t>• e</a:t>
            </a:r>
          </a:p>
          <a:p>
            <a:r>
              <a:rPr sz="1200" b="0">
                <a:solidFill>
                  <a:srgbClr val="222222"/>
                </a:solidFill>
                <a:latin typeface="Calibri"/>
              </a:rPr>
              <a:t>• l</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M</a:t>
            </a:r>
          </a:p>
          <a:p>
            <a:r>
              <a:rPr sz="1200" b="0">
                <a:solidFill>
                  <a:srgbClr val="222222"/>
                </a:solidFill>
                <a:latin typeface="Calibri"/>
              </a:rPr>
              <a:t>• o</a:t>
            </a:r>
          </a:p>
          <a:p>
            <a:r>
              <a:rPr sz="1200" b="0">
                <a:solidFill>
                  <a:srgbClr val="222222"/>
                </a:solidFill>
                <a:latin typeface="Calibri"/>
              </a:rPr>
              <a:t>• u</a:t>
            </a:r>
          </a:p>
          <a:p>
            <a:r>
              <a:rPr sz="1200" b="0">
                <a:solidFill>
                  <a:srgbClr val="222222"/>
                </a:solidFill>
                <a:latin typeface="Calibri"/>
              </a:rPr>
              <a:t>• s</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E</a:t>
            </a:r>
          </a:p>
          <a:p>
            <a:r>
              <a:rPr sz="1200" b="0">
                <a:solidFill>
                  <a:srgbClr val="222222"/>
                </a:solidFill>
                <a:latin typeface="Calibri"/>
              </a:rPr>
              <a:t>• n</a:t>
            </a:r>
          </a:p>
          <a:p>
            <a:r>
              <a:rPr sz="1200" b="0">
                <a:solidFill>
                  <a:srgbClr val="222222"/>
                </a:solidFill>
                <a:latin typeface="Calibri"/>
              </a:rPr>
              <a:t>• h</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c</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p</a:t>
            </a:r>
          </a:p>
          <a:p>
            <a:r>
              <a:rPr sz="1200" b="0">
                <a:solidFill>
                  <a:srgbClr val="222222"/>
                </a:solidFill>
                <a:latin typeface="Calibri"/>
              </a:rPr>
              <a:t>• r</a:t>
            </a:r>
          </a:p>
          <a:p>
            <a:r>
              <a:rPr sz="1200" b="0">
                <a:solidFill>
                  <a:srgbClr val="222222"/>
                </a:solidFill>
                <a:latin typeface="Calibri"/>
              </a:rPr>
              <a:t>• o</a:t>
            </a:r>
          </a:p>
          <a:p>
            <a:r>
              <a:rPr sz="1200" b="0">
                <a:solidFill>
                  <a:srgbClr val="222222"/>
                </a:solidFill>
                <a:latin typeface="Calibri"/>
              </a:rPr>
              <a:t>• d</a:t>
            </a:r>
          </a:p>
          <a:p>
            <a:r>
              <a:rPr sz="1200" b="0">
                <a:solidFill>
                  <a:srgbClr val="222222"/>
                </a:solidFill>
                <a:latin typeface="Calibri"/>
              </a:rPr>
              <a:t>• u</a:t>
            </a:r>
          </a:p>
          <a:p>
            <a:r>
              <a:rPr sz="1200" b="0">
                <a:solidFill>
                  <a:srgbClr val="222222"/>
                </a:solidFill>
                <a:latin typeface="Calibri"/>
              </a:rPr>
              <a:t>• c</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v</a:t>
            </a:r>
          </a:p>
          <a:p>
            <a:r>
              <a:rPr sz="1200" b="0">
                <a:solidFill>
                  <a:srgbClr val="222222"/>
                </a:solidFill>
                <a:latin typeface="Calibri"/>
              </a:rPr>
              <a:t>• i</a:t>
            </a:r>
          </a:p>
          <a:p>
            <a:r>
              <a:rPr sz="1200" b="0">
                <a:solidFill>
                  <a:srgbClr val="222222"/>
                </a:solidFill>
                <a:latin typeface="Calibri"/>
              </a:rPr>
              <a:t>• t</a:t>
            </a:r>
          </a:p>
          <a:p>
            <a:r>
              <a:rPr sz="1200" b="0">
                <a:solidFill>
                  <a:srgbClr val="222222"/>
                </a:solidFill>
                <a:latin typeface="Calibri"/>
              </a:rPr>
              <a:t>• y</a:t>
            </a:r>
          </a:p>
          <a:p>
            <a:r>
              <a:rPr sz="1200" b="0">
                <a:solidFill>
                  <a:srgbClr val="222222"/>
                </a:solidFill>
                <a:latin typeface="Calibri"/>
              </a:rPr>
              <a:t>•  </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c</a:t>
            </a:r>
          </a:p>
          <a:p>
            <a:r>
              <a:rPr sz="1200" b="0">
                <a:solidFill>
                  <a:srgbClr val="222222"/>
                </a:solidFill>
                <a:latin typeface="Calibri"/>
              </a:rPr>
              <a:t>• o</a:t>
            </a:r>
          </a:p>
          <a:p>
            <a:r>
              <a:rPr sz="1200" b="0">
                <a:solidFill>
                  <a:srgbClr val="222222"/>
                </a:solidFill>
                <a:latin typeface="Calibri"/>
              </a:rPr>
              <a:t>• m</a:t>
            </a:r>
          </a:p>
          <a:p>
            <a:r>
              <a:rPr sz="1200" b="0">
                <a:solidFill>
                  <a:srgbClr val="222222"/>
                </a:solidFill>
                <a:latin typeface="Calibri"/>
              </a:rPr>
              <a:t>• f</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t</a:t>
            </a:r>
          </a:p>
          <a:p>
            <a:r>
              <a:rPr sz="1200" b="0">
                <a:solidFill>
                  <a:srgbClr val="222222"/>
                </a:solidFill>
                <a:latin typeface="Calibri"/>
              </a:rPr>
              <a:t>•  </a:t>
            </a:r>
          </a:p>
          <a:p>
            <a:r>
              <a:rPr sz="1200" b="0">
                <a:solidFill>
                  <a:srgbClr val="222222"/>
                </a:solidFill>
                <a:latin typeface="Calibri"/>
              </a:rPr>
              <a:t>• d</a:t>
            </a:r>
          </a:p>
          <a:p>
            <a:r>
              <a:rPr sz="1200" b="0">
                <a:solidFill>
                  <a:srgbClr val="222222"/>
                </a:solidFill>
                <a:latin typeface="Calibri"/>
              </a:rPr>
              <a:t>• u</a:t>
            </a:r>
          </a:p>
          <a:p>
            <a:r>
              <a:rPr sz="1200" b="0">
                <a:solidFill>
                  <a:srgbClr val="222222"/>
                </a:solidFill>
                <a:latin typeface="Calibri"/>
              </a:rPr>
              <a:t>• r</a:t>
            </a:r>
          </a:p>
          <a:p>
            <a:r>
              <a:rPr sz="1200" b="0">
                <a:solidFill>
                  <a:srgbClr val="222222"/>
                </a:solidFill>
                <a:latin typeface="Calibri"/>
              </a:rPr>
              <a:t>• i</a:t>
            </a:r>
          </a:p>
          <a:p>
            <a:r>
              <a:rPr sz="1200" b="0">
                <a:solidFill>
                  <a:srgbClr val="222222"/>
                </a:solidFill>
                <a:latin typeface="Calibri"/>
              </a:rPr>
              <a:t>• n</a:t>
            </a:r>
          </a:p>
          <a:p>
            <a:r>
              <a:rPr sz="1200" b="0">
                <a:solidFill>
                  <a:srgbClr val="222222"/>
                </a:solidFill>
                <a:latin typeface="Calibri"/>
              </a:rPr>
              <a:t>• g</a:t>
            </a:r>
          </a:p>
          <a:p>
            <a:r>
              <a:rPr sz="1200" b="0">
                <a:solidFill>
                  <a:srgbClr val="222222"/>
                </a:solidFill>
                <a:latin typeface="Calibri"/>
              </a:rPr>
              <a:t>•  </a:t>
            </a:r>
          </a:p>
          <a:p>
            <a:r>
              <a:rPr sz="1200" b="0">
                <a:solidFill>
                  <a:srgbClr val="222222"/>
                </a:solidFill>
                <a:latin typeface="Calibri"/>
              </a:rPr>
              <a:t>• e</a:t>
            </a:r>
          </a:p>
          <a:p>
            <a:r>
              <a:rPr sz="1200" b="0">
                <a:solidFill>
                  <a:srgbClr val="222222"/>
                </a:solidFill>
                <a:latin typeface="Calibri"/>
              </a:rPr>
              <a:t>• x</a:t>
            </a:r>
          </a:p>
          <a:p>
            <a:r>
              <a:rPr sz="1200" b="0">
                <a:solidFill>
                  <a:srgbClr val="222222"/>
                </a:solidFill>
                <a:latin typeface="Calibri"/>
              </a:rPr>
              <a:t>• t</a:t>
            </a:r>
          </a:p>
          <a:p>
            <a:r>
              <a:rPr sz="1200" b="0">
                <a:solidFill>
                  <a:srgbClr val="222222"/>
                </a:solidFill>
                <a:latin typeface="Calibri"/>
              </a:rPr>
              <a:t>• e</a:t>
            </a:r>
          </a:p>
          <a:p>
            <a:r>
              <a:rPr sz="1200" b="0">
                <a:solidFill>
                  <a:srgbClr val="222222"/>
                </a:solidFill>
                <a:latin typeface="Calibri"/>
              </a:rPr>
              <a:t>• n</a:t>
            </a:r>
          </a:p>
          <a:p>
            <a:r>
              <a:rPr sz="1200" b="0">
                <a:solidFill>
                  <a:srgbClr val="222222"/>
                </a:solidFill>
                <a:latin typeface="Calibri"/>
              </a:rPr>
              <a:t>• d</a:t>
            </a:r>
          </a:p>
          <a:p>
            <a:r>
              <a:rPr sz="1200" b="0">
                <a:solidFill>
                  <a:srgbClr val="222222"/>
                </a:solidFill>
                <a:latin typeface="Calibri"/>
              </a:rPr>
              <a:t>• e</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u</a:t>
            </a:r>
          </a:p>
          <a:p>
            <a:r>
              <a:rPr sz="1200" b="0">
                <a:solidFill>
                  <a:srgbClr val="222222"/>
                </a:solidFill>
                <a:latin typeface="Calibri"/>
              </a:rPr>
              <a:t>• s</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a:t>
            </a:r>
            <a:b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H</a:t>
            </a:r>
          </a:p>
          <a:p>
            <a:r>
              <a:rPr sz="1200" b="0">
                <a:solidFill>
                  <a:srgbClr val="222222"/>
                </a:solidFill>
                <a:latin typeface="Calibri"/>
              </a:rPr>
              <a:t>• P</a:t>
            </a:r>
          </a:p>
          <a:p>
            <a:r>
              <a:rPr sz="1200" b="0">
                <a:solidFill>
                  <a:srgbClr val="222222"/>
                </a:solidFill>
                <a:latin typeface="Calibri"/>
              </a:rPr>
              <a:t>•  </a:t>
            </a:r>
          </a:p>
          <a:p>
            <a:r>
              <a:rPr sz="1200" b="0">
                <a:solidFill>
                  <a:srgbClr val="222222"/>
                </a:solidFill>
                <a:latin typeface="Calibri"/>
              </a:rPr>
              <a:t>• L</a:t>
            </a:r>
          </a:p>
          <a:p>
            <a:r>
              <a:rPr sz="1200" b="0">
                <a:solidFill>
                  <a:srgbClr val="222222"/>
                </a:solidFill>
                <a:latin typeface="Calibri"/>
              </a:rPr>
              <a:t>• a</a:t>
            </a:r>
          </a:p>
          <a:p>
            <a:r>
              <a:rPr sz="1200" b="0">
                <a:solidFill>
                  <a:srgbClr val="222222"/>
                </a:solidFill>
                <a:latin typeface="Calibri"/>
              </a:rPr>
              <a:t>• p</a:t>
            </a:r>
          </a:p>
          <a:p>
            <a:r>
              <a:rPr sz="1200" b="0">
                <a:solidFill>
                  <a:srgbClr val="222222"/>
                </a:solidFill>
                <a:latin typeface="Calibri"/>
              </a:rPr>
              <a:t>• t</a:t>
            </a:r>
          </a:p>
          <a:p>
            <a:r>
              <a:rPr sz="1200" b="0">
                <a:solidFill>
                  <a:srgbClr val="222222"/>
                </a:solidFill>
                <a:latin typeface="Calibri"/>
              </a:rPr>
              <a:t>• o</a:t>
            </a:r>
          </a:p>
          <a:p>
            <a:r>
              <a:rPr sz="1200" b="0">
                <a:solidFill>
                  <a:srgbClr val="222222"/>
                </a:solidFill>
                <a:latin typeface="Calibri"/>
              </a:rPr>
              <a:t>• p</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l</a:t>
            </a:r>
          </a:p>
          <a:p>
            <a:r>
              <a:rPr sz="1200" b="0">
                <a:solidFill>
                  <a:srgbClr val="222222"/>
                </a:solidFill>
                <a:latin typeface="Calibri"/>
              </a:rPr>
              <a:t>• e</a:t>
            </a:r>
          </a:p>
          <a:p>
            <a:r>
              <a:rPr sz="1200" b="0">
                <a:solidFill>
                  <a:srgbClr val="222222"/>
                </a:solidFill>
                <a:latin typeface="Calibri"/>
              </a:rPr>
              <a:t>• e</a:t>
            </a:r>
          </a:p>
          <a:p>
            <a:r>
              <a:rPr sz="1200" b="0">
                <a:solidFill>
                  <a:srgbClr val="222222"/>
                </a:solidFill>
                <a:latin typeface="Calibri"/>
              </a:rPr>
              <a:t>• v</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C</a:t>
            </a:r>
          </a:p>
          <a:p>
            <a:r>
              <a:rPr sz="1200" b="0">
                <a:solidFill>
                  <a:srgbClr val="222222"/>
                </a:solidFill>
                <a:latin typeface="Calibri"/>
              </a:rPr>
              <a:t>• a</a:t>
            </a:r>
          </a:p>
          <a:p>
            <a:r>
              <a:rPr sz="1200" b="0">
                <a:solidFill>
                  <a:srgbClr val="222222"/>
                </a:solidFill>
                <a:latin typeface="Calibri"/>
              </a:rPr>
              <a:t>• s</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P</a:t>
            </a:r>
          </a:p>
          <a:p>
            <a:r>
              <a:rPr sz="1200" b="0">
                <a:solidFill>
                  <a:srgbClr val="222222"/>
                </a:solidFill>
                <a:latin typeface="Calibri"/>
              </a:rPr>
              <a:t>• r</a:t>
            </a:r>
          </a:p>
          <a:p>
            <a:r>
              <a:rPr sz="1200" b="0">
                <a:solidFill>
                  <a:srgbClr val="222222"/>
                </a:solidFill>
                <a:latin typeface="Calibri"/>
              </a:rPr>
              <a:t>• o</a:t>
            </a:r>
          </a:p>
          <a:p>
            <a:r>
              <a:rPr sz="1200" b="0">
                <a:solidFill>
                  <a:srgbClr val="222222"/>
                </a:solidFill>
                <a:latin typeface="Calibri"/>
              </a:rPr>
              <a:t>• v</a:t>
            </a:r>
          </a:p>
          <a:p>
            <a:r>
              <a:rPr sz="1200" b="0">
                <a:solidFill>
                  <a:srgbClr val="222222"/>
                </a:solidFill>
                <a:latin typeface="Calibri"/>
              </a:rPr>
              <a:t>• i</a:t>
            </a:r>
          </a:p>
          <a:p>
            <a:r>
              <a:rPr sz="1200" b="0">
                <a:solidFill>
                  <a:srgbClr val="222222"/>
                </a:solidFill>
                <a:latin typeface="Calibri"/>
              </a:rPr>
              <a:t>• d</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p</a:t>
            </a:r>
          </a:p>
          <a:p>
            <a:r>
              <a:rPr sz="1200" b="0">
                <a:solidFill>
                  <a:srgbClr val="222222"/>
                </a:solidFill>
                <a:latin typeface="Calibri"/>
              </a:rPr>
              <a:t>• r</a:t>
            </a:r>
          </a:p>
          <a:p>
            <a:r>
              <a:rPr sz="1200" b="0">
                <a:solidFill>
                  <a:srgbClr val="222222"/>
                </a:solidFill>
                <a:latin typeface="Calibri"/>
              </a:rPr>
              <a:t>• o</a:t>
            </a:r>
          </a:p>
          <a:p>
            <a:r>
              <a:rPr sz="1200" b="0">
                <a:solidFill>
                  <a:srgbClr val="222222"/>
                </a:solidFill>
                <a:latin typeface="Calibri"/>
              </a:rPr>
              <a:t>• t</a:t>
            </a:r>
          </a:p>
          <a:p>
            <a:r>
              <a:rPr sz="1200" b="0">
                <a:solidFill>
                  <a:srgbClr val="222222"/>
                </a:solidFill>
                <a:latin typeface="Calibri"/>
              </a:rPr>
              <a:t>• e</a:t>
            </a:r>
          </a:p>
          <a:p>
            <a:r>
              <a:rPr sz="1200" b="0">
                <a:solidFill>
                  <a:srgbClr val="222222"/>
                </a:solidFill>
                <a:latin typeface="Calibri"/>
              </a:rPr>
              <a:t>• c</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o</a:t>
            </a:r>
          </a:p>
          <a:p>
            <a:r>
              <a:rPr sz="1200" b="0">
                <a:solidFill>
                  <a:srgbClr val="222222"/>
                </a:solidFill>
                <a:latin typeface="Calibri"/>
              </a:rPr>
              <a:t>• n</a:t>
            </a:r>
          </a:p>
          <a:p>
            <a:r>
              <a:rPr sz="1200" b="0">
                <a:solidFill>
                  <a:srgbClr val="222222"/>
                </a:solidFill>
                <a:latin typeface="Calibri"/>
              </a:rPr>
              <a:t>•  </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p</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t</a:t>
            </a:r>
          </a:p>
          <a:p>
            <a:r>
              <a:rPr sz="1200" b="0">
                <a:solidFill>
                  <a:srgbClr val="222222"/>
                </a:solidFill>
                <a:latin typeface="Calibri"/>
              </a:rPr>
              <a:t>• a</a:t>
            </a:r>
          </a:p>
          <a:p>
            <a:r>
              <a:rPr sz="1200" b="0">
                <a:solidFill>
                  <a:srgbClr val="222222"/>
                </a:solidFill>
                <a:latin typeface="Calibri"/>
              </a:rPr>
              <a:t>• b</a:t>
            </a:r>
          </a:p>
          <a:p>
            <a:r>
              <a:rPr sz="1200" b="0">
                <a:solidFill>
                  <a:srgbClr val="222222"/>
                </a:solidFill>
                <a:latin typeface="Calibri"/>
              </a:rPr>
              <a:t>• i</a:t>
            </a:r>
          </a:p>
          <a:p>
            <a:r>
              <a:rPr sz="1200" b="0">
                <a:solidFill>
                  <a:srgbClr val="222222"/>
                </a:solidFill>
                <a:latin typeface="Calibri"/>
              </a:rPr>
              <a:t>• l</a:t>
            </a:r>
          </a:p>
          <a:p>
            <a:r>
              <a:rPr sz="1200" b="0">
                <a:solidFill>
                  <a:srgbClr val="222222"/>
                </a:solidFill>
                <a:latin typeface="Calibri"/>
              </a:rPr>
              <a:t>• i</a:t>
            </a:r>
          </a:p>
          <a:p>
            <a:r>
              <a:rPr sz="1200" b="0">
                <a:solidFill>
                  <a:srgbClr val="222222"/>
                </a:solidFill>
                <a:latin typeface="Calibri"/>
              </a:rPr>
              <a:t>• t</a:t>
            </a:r>
          </a:p>
          <a:p>
            <a:r>
              <a:rPr sz="1200" b="0">
                <a:solidFill>
                  <a:srgbClr val="222222"/>
                </a:solidFill>
                <a:latin typeface="Calibri"/>
              </a:rPr>
              <a:t>• y</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c</a:t>
            </a:r>
          </a:p>
          <a:p>
            <a:r>
              <a:rPr sz="1200" b="0">
                <a:solidFill>
                  <a:srgbClr val="222222"/>
                </a:solidFill>
                <a:latin typeface="Calibri"/>
              </a:rPr>
              <a:t>• r</a:t>
            </a:r>
          </a:p>
          <a:p>
            <a:r>
              <a:rPr sz="1200" b="0">
                <a:solidFill>
                  <a:srgbClr val="222222"/>
                </a:solidFill>
                <a:latin typeface="Calibri"/>
              </a:rPr>
              <a:t>• u</a:t>
            </a:r>
          </a:p>
          <a:p>
            <a:r>
              <a:rPr sz="1200" b="0">
                <a:solidFill>
                  <a:srgbClr val="222222"/>
                </a:solidFill>
                <a:latin typeface="Calibri"/>
              </a:rPr>
              <a:t>• c</a:t>
            </a:r>
          </a:p>
          <a:p>
            <a:r>
              <a:rPr sz="1200" b="0">
                <a:solidFill>
                  <a:srgbClr val="222222"/>
                </a:solidFill>
                <a:latin typeface="Calibri"/>
              </a:rPr>
              <a:t>• i</a:t>
            </a:r>
          </a:p>
          <a:p>
            <a:r>
              <a:rPr sz="1200" b="0">
                <a:solidFill>
                  <a:srgbClr val="222222"/>
                </a:solidFill>
                <a:latin typeface="Calibri"/>
              </a:rPr>
              <a:t>• a</a:t>
            </a:r>
          </a:p>
          <a:p>
            <a:r>
              <a:rPr sz="1200" b="0">
                <a:solidFill>
                  <a:srgbClr val="222222"/>
                </a:solidFill>
                <a:latin typeface="Calibri"/>
              </a:rPr>
              <a:t>• l</a:t>
            </a:r>
          </a:p>
          <a:p>
            <a:r>
              <a:rPr sz="1200" b="0">
                <a:solidFill>
                  <a:srgbClr val="222222"/>
                </a:solidFill>
                <a:latin typeface="Calibri"/>
              </a:rPr>
              <a:t>•  </a:t>
            </a:r>
          </a:p>
          <a:p>
            <a:r>
              <a:rPr sz="1200" b="0">
                <a:solidFill>
                  <a:srgbClr val="222222"/>
                </a:solidFill>
                <a:latin typeface="Calibri"/>
              </a:rPr>
              <a:t>• f</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l</a:t>
            </a:r>
          </a:p>
          <a:p>
            <a:r>
              <a:rPr sz="1200" b="0">
                <a:solidFill>
                  <a:srgbClr val="222222"/>
                </a:solidFill>
                <a:latin typeface="Calibri"/>
              </a:rPr>
              <a:t>• i</a:t>
            </a:r>
          </a:p>
          <a:p>
            <a:r>
              <a:rPr sz="1200" b="0">
                <a:solidFill>
                  <a:srgbClr val="222222"/>
                </a:solidFill>
                <a:latin typeface="Calibri"/>
              </a:rPr>
              <a:t>• g</a:t>
            </a:r>
          </a:p>
          <a:p>
            <a:r>
              <a:rPr sz="1200" b="0">
                <a:solidFill>
                  <a:srgbClr val="222222"/>
                </a:solidFill>
                <a:latin typeface="Calibri"/>
              </a:rPr>
              <a:t>• h</a:t>
            </a:r>
          </a:p>
          <a:p>
            <a:r>
              <a:rPr sz="1200" b="0">
                <a:solidFill>
                  <a:srgbClr val="222222"/>
                </a:solidFill>
                <a:latin typeface="Calibri"/>
              </a:rPr>
              <a:t>• t</a:t>
            </a:r>
          </a:p>
          <a:p>
            <a:r>
              <a:rPr sz="1200" b="0">
                <a:solidFill>
                  <a:srgbClr val="222222"/>
                </a:solidFill>
                <a:latin typeface="Calibri"/>
              </a:rPr>
              <a:t>• w</a:t>
            </a:r>
          </a:p>
          <a:p>
            <a:r>
              <a:rPr sz="1200" b="0">
                <a:solidFill>
                  <a:srgbClr val="222222"/>
                </a:solidFill>
                <a:latin typeface="Calibri"/>
              </a:rPr>
              <a:t>• e</a:t>
            </a:r>
          </a:p>
          <a:p>
            <a:r>
              <a:rPr sz="1200" b="0">
                <a:solidFill>
                  <a:srgbClr val="222222"/>
                </a:solidFill>
                <a:latin typeface="Calibri"/>
              </a:rPr>
              <a:t>• i</a:t>
            </a:r>
          </a:p>
          <a:p>
            <a:r>
              <a:rPr sz="1200" b="0">
                <a:solidFill>
                  <a:srgbClr val="222222"/>
                </a:solidFill>
                <a:latin typeface="Calibri"/>
              </a:rPr>
              <a:t>• g</a:t>
            </a:r>
          </a:p>
          <a:p>
            <a:r>
              <a:rPr sz="1200" b="0">
                <a:solidFill>
                  <a:srgbClr val="222222"/>
                </a:solidFill>
                <a:latin typeface="Calibri"/>
              </a:rPr>
              <a:t>• h</a:t>
            </a:r>
          </a:p>
          <a:p>
            <a:r>
              <a:rPr sz="1200" b="0">
                <a:solidFill>
                  <a:srgbClr val="222222"/>
                </a:solidFill>
                <a:latin typeface="Calibri"/>
              </a:rPr>
              <a:t>• t</a:t>
            </a:r>
          </a:p>
          <a:p>
            <a:r>
              <a:rPr sz="1200" b="0">
                <a:solidFill>
                  <a:srgbClr val="222222"/>
                </a:solidFill>
                <a:latin typeface="Calibri"/>
              </a:rPr>
              <a:t>•  </a:t>
            </a:r>
          </a:p>
          <a:p>
            <a:r>
              <a:rPr sz="1200" b="0">
                <a:solidFill>
                  <a:srgbClr val="222222"/>
                </a:solidFill>
                <a:latin typeface="Calibri"/>
              </a:rPr>
              <a:t>• l</a:t>
            </a:r>
          </a:p>
          <a:p>
            <a:r>
              <a:rPr sz="1200" b="0">
                <a:solidFill>
                  <a:srgbClr val="222222"/>
                </a:solidFill>
                <a:latin typeface="Calibri"/>
              </a:rPr>
              <a:t>• a</a:t>
            </a:r>
          </a:p>
          <a:p>
            <a:r>
              <a:rPr sz="1200" b="0">
                <a:solidFill>
                  <a:srgbClr val="222222"/>
                </a:solidFill>
                <a:latin typeface="Calibri"/>
              </a:rPr>
              <a:t>• p</a:t>
            </a:r>
          </a:p>
          <a:p>
            <a:r>
              <a:rPr sz="1200" b="0">
                <a:solidFill>
                  <a:srgbClr val="222222"/>
                </a:solidFill>
                <a:latin typeface="Calibri"/>
              </a:rPr>
              <a:t>• t</a:t>
            </a:r>
          </a:p>
          <a:p>
            <a:r>
              <a:rPr sz="1200" b="0">
                <a:solidFill>
                  <a:srgbClr val="222222"/>
                </a:solidFill>
                <a:latin typeface="Calibri"/>
              </a:rPr>
              <a:t>• o</a:t>
            </a:r>
          </a:p>
          <a:p>
            <a:r>
              <a:rPr sz="1200" b="0">
                <a:solidFill>
                  <a:srgbClr val="222222"/>
                </a:solidFill>
                <a:latin typeface="Calibri"/>
              </a:rPr>
              <a:t>• p</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a:t>
            </a:r>
            <a:b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D</a:t>
            </a:r>
          </a:p>
          <a:p>
            <a:r>
              <a:rPr sz="1200" b="0">
                <a:solidFill>
                  <a:srgbClr val="222222"/>
                </a:solidFill>
                <a:latin typeface="Calibri"/>
              </a:rPr>
              <a:t>• o</a:t>
            </a:r>
          </a:p>
          <a:p>
            <a:r>
              <a:rPr sz="1200" b="0">
                <a:solidFill>
                  <a:srgbClr val="222222"/>
                </a:solidFill>
                <a:latin typeface="Calibri"/>
              </a:rPr>
              <a:t>• c</a:t>
            </a:r>
          </a:p>
          <a:p>
            <a:r>
              <a:rPr sz="1200" b="0">
                <a:solidFill>
                  <a:srgbClr val="222222"/>
                </a:solidFill>
                <a:latin typeface="Calibri"/>
              </a:rPr>
              <a:t>• k</a:t>
            </a:r>
          </a:p>
          <a:p>
            <a:r>
              <a:rPr sz="1200" b="0">
                <a:solidFill>
                  <a:srgbClr val="222222"/>
                </a:solidFill>
                <a:latin typeface="Calibri"/>
              </a:rPr>
              <a:t>• i</a:t>
            </a:r>
          </a:p>
          <a:p>
            <a:r>
              <a:rPr sz="1200" b="0">
                <a:solidFill>
                  <a:srgbClr val="222222"/>
                </a:solidFill>
                <a:latin typeface="Calibri"/>
              </a:rPr>
              <a:t>• n</a:t>
            </a:r>
          </a:p>
          <a:p>
            <a:r>
              <a:rPr sz="1200" b="0">
                <a:solidFill>
                  <a:srgbClr val="222222"/>
                </a:solidFill>
                <a:latin typeface="Calibri"/>
              </a:rPr>
              <a:t>• g</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t</a:t>
            </a:r>
          </a:p>
          <a:p>
            <a:r>
              <a:rPr sz="1200" b="0">
                <a:solidFill>
                  <a:srgbClr val="222222"/>
                </a:solidFill>
                <a:latin typeface="Calibri"/>
              </a:rPr>
              <a:t>• a</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o</a:t>
            </a:r>
          </a:p>
          <a:p>
            <a:r>
              <a:rPr sz="1200" b="0">
                <a:solidFill>
                  <a:srgbClr val="222222"/>
                </a:solidFill>
                <a:latin typeface="Calibri"/>
              </a:rPr>
              <a:t>• n</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g</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H</a:t>
            </a:r>
          </a:p>
          <a:p>
            <a:r>
              <a:rPr sz="1200" b="0">
                <a:solidFill>
                  <a:srgbClr val="222222"/>
                </a:solidFill>
                <a:latin typeface="Calibri"/>
              </a:rPr>
              <a:t>• P</a:t>
            </a:r>
          </a:p>
          <a:p>
            <a:r>
              <a:rPr sz="1200" b="0">
                <a:solidFill>
                  <a:srgbClr val="222222"/>
                </a:solidFill>
                <a:latin typeface="Calibri"/>
              </a:rPr>
              <a:t>•  </a:t>
            </a:r>
          </a:p>
          <a:p>
            <a:r>
              <a:rPr sz="1200" b="0">
                <a:solidFill>
                  <a:srgbClr val="222222"/>
                </a:solidFill>
                <a:latin typeface="Calibri"/>
              </a:rPr>
              <a:t>• U</a:t>
            </a:r>
          </a:p>
          <a:p>
            <a:r>
              <a:rPr sz="1200" b="0">
                <a:solidFill>
                  <a:srgbClr val="222222"/>
                </a:solidFill>
                <a:latin typeface="Calibri"/>
              </a:rPr>
              <a:t>• S</a:t>
            </a:r>
          </a:p>
          <a:p>
            <a:r>
              <a:rPr sz="1200" b="0">
                <a:solidFill>
                  <a:srgbClr val="222222"/>
                </a:solidFill>
                <a:latin typeface="Calibri"/>
              </a:rPr>
              <a:t>• B</a:t>
            </a:r>
          </a:p>
          <a:p>
            <a:r>
              <a:rPr sz="1200" b="0">
                <a:solidFill>
                  <a:srgbClr val="222222"/>
                </a:solidFill>
                <a:latin typeface="Calibri"/>
              </a:rPr>
              <a:t>• -</a:t>
            </a:r>
          </a:p>
          <a:p>
            <a:r>
              <a:rPr sz="1200" b="0">
                <a:solidFill>
                  <a:srgbClr val="222222"/>
                </a:solidFill>
                <a:latin typeface="Calibri"/>
              </a:rPr>
              <a:t>• C</a:t>
            </a:r>
          </a:p>
          <a:p>
            <a:r>
              <a:rPr sz="1200" b="0">
                <a:solidFill>
                  <a:srgbClr val="222222"/>
                </a:solidFill>
                <a:latin typeface="Calibri"/>
              </a:rPr>
              <a:t>•  </a:t>
            </a:r>
          </a:p>
          <a:p>
            <a:r>
              <a:rPr sz="1200" b="0">
                <a:solidFill>
                  <a:srgbClr val="222222"/>
                </a:solidFill>
                <a:latin typeface="Calibri"/>
              </a:rPr>
              <a:t>• D</a:t>
            </a:r>
          </a:p>
          <a:p>
            <a:r>
              <a:rPr sz="1200" b="0">
                <a:solidFill>
                  <a:srgbClr val="222222"/>
                </a:solidFill>
                <a:latin typeface="Calibri"/>
              </a:rPr>
              <a:t>• o</a:t>
            </a:r>
          </a:p>
          <a:p>
            <a:r>
              <a:rPr sz="1200" b="0">
                <a:solidFill>
                  <a:srgbClr val="222222"/>
                </a:solidFill>
                <a:latin typeface="Calibri"/>
              </a:rPr>
              <a:t>• c</a:t>
            </a:r>
          </a:p>
          <a:p>
            <a:r>
              <a:rPr sz="1200" b="0">
                <a:solidFill>
                  <a:srgbClr val="222222"/>
                </a:solidFill>
                <a:latin typeface="Calibri"/>
              </a:rPr>
              <a:t>• k</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a:t>
            </a:r>
          </a:p>
          <a:p>
            <a:r>
              <a:rPr sz="1200" b="0">
                <a:solidFill>
                  <a:srgbClr val="222222"/>
                </a:solidFill>
                <a:latin typeface="Calibri"/>
              </a:rPr>
              <a:t>• l</a:t>
            </a:r>
          </a:p>
          <a:p>
            <a:r>
              <a:rPr sz="1200" b="0">
                <a:solidFill>
                  <a:srgbClr val="222222"/>
                </a:solidFill>
                <a:latin typeface="Calibri"/>
              </a:rPr>
              <a:t>• l</a:t>
            </a:r>
          </a:p>
          <a:p>
            <a:r>
              <a:rPr sz="1200" b="0">
                <a:solidFill>
                  <a:srgbClr val="222222"/>
                </a:solidFill>
                <a:latin typeface="Calibri"/>
              </a:rPr>
              <a:t>• o</a:t>
            </a:r>
          </a:p>
          <a:p>
            <a:r>
              <a:rPr sz="1200" b="0">
                <a:solidFill>
                  <a:srgbClr val="222222"/>
                </a:solidFill>
                <a:latin typeface="Calibri"/>
              </a:rPr>
              <a:t>• w</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f</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e</a:t>
            </a:r>
          </a:p>
          <a:p>
            <a:r>
              <a:rPr sz="1200" b="0">
                <a:solidFill>
                  <a:srgbClr val="222222"/>
                </a:solidFill>
                <a:latin typeface="Calibri"/>
              </a:rPr>
              <a:t>• a</a:t>
            </a:r>
          </a:p>
          <a:p>
            <a:r>
              <a:rPr sz="1200" b="0">
                <a:solidFill>
                  <a:srgbClr val="222222"/>
                </a:solidFill>
                <a:latin typeface="Calibri"/>
              </a:rPr>
              <a:t>• s</a:t>
            </a:r>
          </a:p>
          <a:p>
            <a:r>
              <a:rPr sz="1200" b="0">
                <a:solidFill>
                  <a:srgbClr val="222222"/>
                </a:solidFill>
                <a:latin typeface="Calibri"/>
              </a:rPr>
              <a:t>• y</a:t>
            </a:r>
          </a:p>
          <a:p>
            <a:r>
              <a:rPr sz="1200" b="0">
                <a:solidFill>
                  <a:srgbClr val="222222"/>
                </a:solidFill>
                <a:latin typeface="Calibri"/>
              </a:rPr>
              <a:t>•  </a:t>
            </a:r>
          </a:p>
          <a:p>
            <a:r>
              <a:rPr sz="1200" b="0">
                <a:solidFill>
                  <a:srgbClr val="222222"/>
                </a:solidFill>
                <a:latin typeface="Calibri"/>
              </a:rPr>
              <a:t>• c</a:t>
            </a:r>
          </a:p>
          <a:p>
            <a:r>
              <a:rPr sz="1200" b="0">
                <a:solidFill>
                  <a:srgbClr val="222222"/>
                </a:solidFill>
                <a:latin typeface="Calibri"/>
              </a:rPr>
              <a:t>• o</a:t>
            </a:r>
          </a:p>
          <a:p>
            <a:r>
              <a:rPr sz="1200" b="0">
                <a:solidFill>
                  <a:srgbClr val="222222"/>
                </a:solidFill>
                <a:latin typeface="Calibri"/>
              </a:rPr>
              <a:t>• n</a:t>
            </a:r>
          </a:p>
          <a:p>
            <a:r>
              <a:rPr sz="1200" b="0">
                <a:solidFill>
                  <a:srgbClr val="222222"/>
                </a:solidFill>
                <a:latin typeface="Calibri"/>
              </a:rPr>
              <a:t>• n</a:t>
            </a:r>
          </a:p>
          <a:p>
            <a:r>
              <a:rPr sz="1200" b="0">
                <a:solidFill>
                  <a:srgbClr val="222222"/>
                </a:solidFill>
                <a:latin typeface="Calibri"/>
              </a:rPr>
              <a:t>• e</a:t>
            </a:r>
          </a:p>
          <a:p>
            <a:r>
              <a:rPr sz="1200" b="0">
                <a:solidFill>
                  <a:srgbClr val="222222"/>
                </a:solidFill>
                <a:latin typeface="Calibri"/>
              </a:rPr>
              <a:t>• c</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o</a:t>
            </a:r>
          </a:p>
          <a:p>
            <a:r>
              <a:rPr sz="1200" b="0">
                <a:solidFill>
                  <a:srgbClr val="222222"/>
                </a:solidFill>
                <a:latin typeface="Calibri"/>
              </a:rPr>
              <a:t>• n</a:t>
            </a:r>
          </a:p>
          <a:p>
            <a:r>
              <a:rPr sz="1200" b="0">
                <a:solidFill>
                  <a:srgbClr val="222222"/>
                </a:solidFill>
                <a:latin typeface="Calibri"/>
              </a:rPr>
              <a:t>•  </a:t>
            </a:r>
          </a:p>
          <a:p>
            <a:r>
              <a:rPr sz="1200" b="0">
                <a:solidFill>
                  <a:srgbClr val="222222"/>
                </a:solidFill>
                <a:latin typeface="Calibri"/>
              </a:rPr>
              <a:t>• t</a:t>
            </a:r>
          </a:p>
          <a:p>
            <a:r>
              <a:rPr sz="1200" b="0">
                <a:solidFill>
                  <a:srgbClr val="222222"/>
                </a:solidFill>
                <a:latin typeface="Calibri"/>
              </a:rPr>
              <a:t>• o</a:t>
            </a:r>
          </a:p>
          <a:p>
            <a:r>
              <a:rPr sz="1200" b="0">
                <a:solidFill>
                  <a:srgbClr val="222222"/>
                </a:solidFill>
                <a:latin typeface="Calibri"/>
              </a:rPr>
              <a:t>•  </a:t>
            </a:r>
          </a:p>
          <a:p>
            <a:r>
              <a:rPr sz="1200" b="0">
                <a:solidFill>
                  <a:srgbClr val="222222"/>
                </a:solidFill>
                <a:latin typeface="Calibri"/>
              </a:rPr>
              <a:t>• m</a:t>
            </a:r>
          </a:p>
          <a:p>
            <a:r>
              <a:rPr sz="1200" b="0">
                <a:solidFill>
                  <a:srgbClr val="222222"/>
                </a:solidFill>
                <a:latin typeface="Calibri"/>
              </a:rPr>
              <a:t>• u</a:t>
            </a:r>
          </a:p>
          <a:p>
            <a:r>
              <a:rPr sz="1200" b="0">
                <a:solidFill>
                  <a:srgbClr val="222222"/>
                </a:solidFill>
                <a:latin typeface="Calibri"/>
              </a:rPr>
              <a:t>• l</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p</a:t>
            </a:r>
          </a:p>
          <a:p>
            <a:r>
              <a:rPr sz="1200" b="0">
                <a:solidFill>
                  <a:srgbClr val="222222"/>
                </a:solidFill>
                <a:latin typeface="Calibri"/>
              </a:rPr>
              <a:t>• l</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p</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i</a:t>
            </a:r>
          </a:p>
          <a:p>
            <a:r>
              <a:rPr sz="1200" b="0">
                <a:solidFill>
                  <a:srgbClr val="222222"/>
                </a:solidFill>
                <a:latin typeface="Calibri"/>
              </a:rPr>
              <a:t>• p</a:t>
            </a:r>
          </a:p>
          <a:p>
            <a:r>
              <a:rPr sz="1200" b="0">
                <a:solidFill>
                  <a:srgbClr val="222222"/>
                </a:solidFill>
                <a:latin typeface="Calibri"/>
              </a:rPr>
              <a:t>• h</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a</a:t>
            </a:r>
          </a:p>
          <a:p>
            <a:r>
              <a:rPr sz="1200" b="0">
                <a:solidFill>
                  <a:srgbClr val="222222"/>
                </a:solidFill>
                <a:latin typeface="Calibri"/>
              </a:rPr>
              <a:t>• l</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i</a:t>
            </a:r>
          </a:p>
          <a:p>
            <a:r>
              <a:rPr sz="1200" b="0">
                <a:solidFill>
                  <a:srgbClr val="222222"/>
                </a:solidFill>
                <a:latin typeface="Calibri"/>
              </a:rPr>
              <a:t>• d</a:t>
            </a:r>
          </a:p>
          <a:p>
            <a:r>
              <a:rPr sz="1200" b="0">
                <a:solidFill>
                  <a:srgbClr val="222222"/>
                </a:solidFill>
                <a:latin typeface="Calibri"/>
              </a:rPr>
              <a:t>• e</a:t>
            </a:r>
          </a:p>
          <a:p>
            <a:r>
              <a:rPr sz="1200" b="0">
                <a:solidFill>
                  <a:srgbClr val="222222"/>
                </a:solidFill>
                <a:latin typeface="Calibri"/>
              </a:rPr>
              <a:t>• a</a:t>
            </a:r>
          </a:p>
          <a:p>
            <a:r>
              <a:rPr sz="1200" b="0">
                <a:solidFill>
                  <a:srgbClr val="222222"/>
                </a:solidFill>
                <a:latin typeface="Calibri"/>
              </a:rPr>
              <a:t>• l</a:t>
            </a:r>
          </a:p>
          <a:p>
            <a:r>
              <a:rPr sz="1200" b="0">
                <a:solidFill>
                  <a:srgbClr val="222222"/>
                </a:solidFill>
                <a:latin typeface="Calibri"/>
              </a:rPr>
              <a:t>•  </a:t>
            </a:r>
          </a:p>
          <a:p>
            <a:r>
              <a:rPr sz="1200" b="0">
                <a:solidFill>
                  <a:srgbClr val="222222"/>
                </a:solidFill>
                <a:latin typeface="Calibri"/>
              </a:rPr>
              <a:t>• f</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e</a:t>
            </a:r>
          </a:p>
          <a:p>
            <a:r>
              <a:rPr sz="1200" b="0">
                <a:solidFill>
                  <a:srgbClr val="222222"/>
                </a:solidFill>
                <a:latin typeface="Calibri"/>
              </a:rPr>
              <a:t>• n</a:t>
            </a:r>
          </a:p>
          <a:p>
            <a:r>
              <a:rPr sz="1200" b="0">
                <a:solidFill>
                  <a:srgbClr val="222222"/>
                </a:solidFill>
                <a:latin typeface="Calibri"/>
              </a:rPr>
              <a:t>• h</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c</a:t>
            </a:r>
          </a:p>
          <a:p>
            <a:r>
              <a:rPr sz="1200" b="0">
                <a:solidFill>
                  <a:srgbClr val="222222"/>
                </a:solidFill>
                <a:latin typeface="Calibri"/>
              </a:rPr>
              <a:t>• i</a:t>
            </a:r>
          </a:p>
          <a:p>
            <a:r>
              <a:rPr sz="1200" b="0">
                <a:solidFill>
                  <a:srgbClr val="222222"/>
                </a:solidFill>
                <a:latin typeface="Calibri"/>
              </a:rPr>
              <a:t>• n</a:t>
            </a:r>
          </a:p>
          <a:p>
            <a:r>
              <a:rPr sz="1200" b="0">
                <a:solidFill>
                  <a:srgbClr val="222222"/>
                </a:solidFill>
                <a:latin typeface="Calibri"/>
              </a:rPr>
              <a:t>• g</a:t>
            </a:r>
          </a:p>
          <a:p>
            <a:r>
              <a:rPr sz="1200" b="0">
                <a:solidFill>
                  <a:srgbClr val="222222"/>
                </a:solidFill>
                <a:latin typeface="Calibri"/>
              </a:rPr>
              <a:t>•  </a:t>
            </a:r>
          </a:p>
          <a:p>
            <a:r>
              <a:rPr sz="1200" b="0">
                <a:solidFill>
                  <a:srgbClr val="222222"/>
                </a:solidFill>
                <a:latin typeface="Calibri"/>
              </a:rPr>
              <a:t>• w</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k</a:t>
            </a:r>
          </a:p>
          <a:p>
            <a:r>
              <a:rPr sz="1200" b="0">
                <a:solidFill>
                  <a:srgbClr val="222222"/>
                </a:solidFill>
                <a:latin typeface="Calibri"/>
              </a:rPr>
              <a:t>• s</a:t>
            </a:r>
          </a:p>
          <a:p>
            <a:r>
              <a:rPr sz="1200" b="0">
                <a:solidFill>
                  <a:srgbClr val="222222"/>
                </a:solidFill>
                <a:latin typeface="Calibri"/>
              </a:rPr>
              <a:t>• p</a:t>
            </a:r>
          </a:p>
          <a:p>
            <a:r>
              <a:rPr sz="1200" b="0">
                <a:solidFill>
                  <a:srgbClr val="222222"/>
                </a:solidFill>
                <a:latin typeface="Calibri"/>
              </a:rPr>
              <a:t>• a</a:t>
            </a:r>
          </a:p>
          <a:p>
            <a:r>
              <a:rPr sz="1200" b="0">
                <a:solidFill>
                  <a:srgbClr val="222222"/>
                </a:solidFill>
                <a:latin typeface="Calibri"/>
              </a:rPr>
              <a:t>• c</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a:t>
            </a:r>
            <a:br/>
          </a:p>
          <a:p>
            <a:r>
              <a:rPr sz="1200" b="0">
                <a:solidFill>
                  <a:srgbClr val="222222"/>
                </a:solidFill>
                <a:latin typeface="Calibri"/>
              </a:rPr>
              <a:t>• </a:t>
            </a:r>
            <a:br/>
          </a:p>
          <a:p>
            <a:r>
              <a:rPr sz="1200" b="0">
                <a:solidFill>
                  <a:srgbClr val="222222"/>
                </a:solidFill>
                <a:latin typeface="Calibri"/>
              </a:rPr>
              <a:t>• 2</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o</a:t>
            </a:r>
          </a:p>
          <a:p>
            <a:r>
              <a:rPr sz="1200" b="0">
                <a:solidFill>
                  <a:srgbClr val="222222"/>
                </a:solidFill>
                <a:latin typeface="Calibri"/>
              </a:rPr>
              <a:t>• f</a:t>
            </a:r>
          </a:p>
          <a:p>
            <a:r>
              <a:rPr sz="1200" b="0">
                <a:solidFill>
                  <a:srgbClr val="222222"/>
                </a:solidFill>
                <a:latin typeface="Calibri"/>
              </a:rPr>
              <a:t>• t</a:t>
            </a:r>
          </a:p>
          <a:p>
            <a:r>
              <a:rPr sz="1200" b="0">
                <a:solidFill>
                  <a:srgbClr val="222222"/>
                </a:solidFill>
                <a:latin typeface="Calibri"/>
              </a:rPr>
              <a:t>• w</a:t>
            </a:r>
          </a:p>
          <a:p>
            <a:r>
              <a:rPr sz="1200" b="0">
                <a:solidFill>
                  <a:srgbClr val="222222"/>
                </a:solidFill>
                <a:latin typeface="Calibri"/>
              </a:rPr>
              <a:t>• a</a:t>
            </a:r>
          </a:p>
          <a:p>
            <a:r>
              <a:rPr sz="1200" b="0">
                <a:solidFill>
                  <a:srgbClr val="222222"/>
                </a:solidFill>
                <a:latin typeface="Calibri"/>
              </a:rPr>
              <a:t>• r</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o</a:t>
            </a:r>
          </a:p>
          <a:p>
            <a:r>
              <a:rPr sz="1200" b="0">
                <a:solidFill>
                  <a:srgbClr val="222222"/>
                </a:solidFill>
                <a:latin typeface="Calibri"/>
              </a:rPr>
              <a:t>• l</a:t>
            </a:r>
          </a:p>
          <a:p>
            <a:r>
              <a:rPr sz="1200" b="0">
                <a:solidFill>
                  <a:srgbClr val="222222"/>
                </a:solidFill>
                <a:latin typeface="Calibri"/>
              </a:rPr>
              <a:t>• u</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o</a:t>
            </a:r>
          </a:p>
          <a:p>
            <a:r>
              <a:rPr sz="1200" b="0">
                <a:solidFill>
                  <a:srgbClr val="222222"/>
                </a:solidFill>
                <a:latin typeface="Calibri"/>
              </a:rPr>
              <a:t>• n</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b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H</a:t>
            </a:r>
          </a:p>
          <a:p>
            <a:r>
              <a:rPr sz="1200" b="0">
                <a:solidFill>
                  <a:srgbClr val="222222"/>
                </a:solidFill>
                <a:latin typeface="Calibri"/>
              </a:rPr>
              <a:t>• P</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u</a:t>
            </a:r>
          </a:p>
          <a:p>
            <a:r>
              <a:rPr sz="1200" b="0">
                <a:solidFill>
                  <a:srgbClr val="222222"/>
                </a:solidFill>
                <a:latin typeface="Calibri"/>
              </a:rPr>
              <a:t>• r</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C</a:t>
            </a:r>
          </a:p>
          <a:p>
            <a:r>
              <a:rPr sz="1200" b="0">
                <a:solidFill>
                  <a:srgbClr val="222222"/>
                </a:solidFill>
                <a:latin typeface="Calibri"/>
              </a:rPr>
              <a:t>• l</a:t>
            </a:r>
          </a:p>
          <a:p>
            <a:r>
              <a:rPr sz="1200" b="0">
                <a:solidFill>
                  <a:srgbClr val="222222"/>
                </a:solidFill>
                <a:latin typeface="Calibri"/>
              </a:rPr>
              <a:t>• i</a:t>
            </a:r>
          </a:p>
          <a:p>
            <a:r>
              <a:rPr sz="1200" b="0">
                <a:solidFill>
                  <a:srgbClr val="222222"/>
                </a:solidFill>
                <a:latin typeface="Calibri"/>
              </a:rPr>
              <a:t>• c</a:t>
            </a:r>
          </a:p>
          <a:p>
            <a:r>
              <a:rPr sz="1200" b="0">
                <a:solidFill>
                  <a:srgbClr val="222222"/>
                </a:solidFill>
                <a:latin typeface="Calibri"/>
              </a:rPr>
              <a:t>• k</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a:t>
            </a:r>
          </a:p>
          <a:p>
            <a:r>
              <a:rPr sz="1200" b="0">
                <a:solidFill>
                  <a:srgbClr val="222222"/>
                </a:solidFill>
                <a:latin typeface="Calibri"/>
              </a:rPr>
              <a:t>• d</a:t>
            </a:r>
          </a:p>
          <a:p>
            <a:r>
              <a:rPr sz="1200" b="0">
                <a:solidFill>
                  <a:srgbClr val="222222"/>
                </a:solidFill>
                <a:latin typeface="Calibri"/>
              </a:rPr>
              <a:t>• v</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c</a:t>
            </a:r>
          </a:p>
          <a:p>
            <a:r>
              <a:rPr sz="1200" b="0">
                <a:solidFill>
                  <a:srgbClr val="222222"/>
                </a:solidFill>
                <a:latin typeface="Calibri"/>
              </a:rPr>
              <a:t>• e</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e</a:t>
            </a:r>
          </a:p>
          <a:p>
            <a:r>
              <a:rPr sz="1200" b="0">
                <a:solidFill>
                  <a:srgbClr val="222222"/>
                </a:solidFill>
                <a:latin typeface="Calibri"/>
              </a:rPr>
              <a:t>• c</a:t>
            </a:r>
          </a:p>
          <a:p>
            <a:r>
              <a:rPr sz="1200" b="0">
                <a:solidFill>
                  <a:srgbClr val="222222"/>
                </a:solidFill>
                <a:latin typeface="Calibri"/>
              </a:rPr>
              <a:t>• u</a:t>
            </a:r>
          </a:p>
          <a:p>
            <a:r>
              <a:rPr sz="1200" b="0">
                <a:solidFill>
                  <a:srgbClr val="222222"/>
                </a:solidFill>
                <a:latin typeface="Calibri"/>
              </a:rPr>
              <a:t>• r</a:t>
            </a:r>
          </a:p>
          <a:p>
            <a:r>
              <a:rPr sz="1200" b="0">
                <a:solidFill>
                  <a:srgbClr val="222222"/>
                </a:solidFill>
                <a:latin typeface="Calibri"/>
              </a:rPr>
              <a:t>• i</a:t>
            </a:r>
          </a:p>
          <a:p>
            <a:r>
              <a:rPr sz="1200" b="0">
                <a:solidFill>
                  <a:srgbClr val="222222"/>
                </a:solidFill>
                <a:latin typeface="Calibri"/>
              </a:rPr>
              <a:t>• t</a:t>
            </a:r>
          </a:p>
          <a:p>
            <a:r>
              <a:rPr sz="1200" b="0">
                <a:solidFill>
                  <a:srgbClr val="222222"/>
                </a:solidFill>
                <a:latin typeface="Calibri"/>
              </a:rPr>
              <a:t>• y</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o</a:t>
            </a:r>
          </a:p>
          <a:p>
            <a:r>
              <a:rPr sz="1200" b="0">
                <a:solidFill>
                  <a:srgbClr val="222222"/>
                </a:solidFill>
                <a:latin typeface="Calibri"/>
              </a:rPr>
              <a:t>• f</a:t>
            </a:r>
          </a:p>
          <a:p>
            <a:r>
              <a:rPr sz="1200" b="0">
                <a:solidFill>
                  <a:srgbClr val="222222"/>
                </a:solidFill>
                <a:latin typeface="Calibri"/>
              </a:rPr>
              <a:t>• t</a:t>
            </a:r>
          </a:p>
          <a:p>
            <a:r>
              <a:rPr sz="1200" b="0">
                <a:solidFill>
                  <a:srgbClr val="222222"/>
                </a:solidFill>
                <a:latin typeface="Calibri"/>
              </a:rPr>
              <a:t>• w</a:t>
            </a:r>
          </a:p>
          <a:p>
            <a:r>
              <a:rPr sz="1200" b="0">
                <a:solidFill>
                  <a:srgbClr val="222222"/>
                </a:solidFill>
                <a:latin typeface="Calibri"/>
              </a:rPr>
              <a:t>• a</a:t>
            </a:r>
          </a:p>
          <a:p>
            <a:r>
              <a:rPr sz="1200" b="0">
                <a:solidFill>
                  <a:srgbClr val="222222"/>
                </a:solidFill>
                <a:latin typeface="Calibri"/>
              </a:rPr>
              <a:t>• r</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t</a:t>
            </a:r>
          </a:p>
          <a:p>
            <a:r>
              <a:rPr sz="1200" b="0">
                <a:solidFill>
                  <a:srgbClr val="222222"/>
                </a:solidFill>
                <a:latin typeface="Calibri"/>
              </a:rPr>
              <a:t>• h</a:t>
            </a:r>
          </a:p>
          <a:p>
            <a:r>
              <a:rPr sz="1200" b="0">
                <a:solidFill>
                  <a:srgbClr val="222222"/>
                </a:solidFill>
                <a:latin typeface="Calibri"/>
              </a:rPr>
              <a:t>• a</a:t>
            </a:r>
          </a:p>
          <a:p>
            <a:r>
              <a:rPr sz="1200" b="0">
                <a:solidFill>
                  <a:srgbClr val="222222"/>
                </a:solidFill>
                <a:latin typeface="Calibri"/>
              </a:rPr>
              <a:t>• t</a:t>
            </a:r>
          </a:p>
          <a:p>
            <a:r>
              <a:rPr sz="1200" b="0">
                <a:solidFill>
                  <a:srgbClr val="222222"/>
                </a:solidFill>
                <a:latin typeface="Calibri"/>
              </a:rPr>
              <a:t>•  </a:t>
            </a:r>
          </a:p>
          <a:p>
            <a:r>
              <a:rPr sz="1200" b="0">
                <a:solidFill>
                  <a:srgbClr val="222222"/>
                </a:solidFill>
                <a:latin typeface="Calibri"/>
              </a:rPr>
              <a:t>• p</a:t>
            </a:r>
          </a:p>
          <a:p>
            <a:r>
              <a:rPr sz="1200" b="0">
                <a:solidFill>
                  <a:srgbClr val="222222"/>
                </a:solidFill>
                <a:latin typeface="Calibri"/>
              </a:rPr>
              <a:t>• r</a:t>
            </a:r>
          </a:p>
          <a:p>
            <a:r>
              <a:rPr sz="1200" b="0">
                <a:solidFill>
                  <a:srgbClr val="222222"/>
                </a:solidFill>
                <a:latin typeface="Calibri"/>
              </a:rPr>
              <a:t>• o</a:t>
            </a:r>
          </a:p>
          <a:p>
            <a:r>
              <a:rPr sz="1200" b="0">
                <a:solidFill>
                  <a:srgbClr val="222222"/>
                </a:solidFill>
                <a:latin typeface="Calibri"/>
              </a:rPr>
              <a:t>• t</a:t>
            </a:r>
          </a:p>
          <a:p>
            <a:r>
              <a:rPr sz="1200" b="0">
                <a:solidFill>
                  <a:srgbClr val="222222"/>
                </a:solidFill>
                <a:latin typeface="Calibri"/>
              </a:rPr>
              <a:t>• e</a:t>
            </a:r>
          </a:p>
          <a:p>
            <a:r>
              <a:rPr sz="1200" b="0">
                <a:solidFill>
                  <a:srgbClr val="222222"/>
                </a:solidFill>
                <a:latin typeface="Calibri"/>
              </a:rPr>
              <a:t>• c</a:t>
            </a:r>
          </a:p>
          <a:p>
            <a:r>
              <a:rPr sz="1200" b="0">
                <a:solidFill>
                  <a:srgbClr val="222222"/>
                </a:solidFill>
                <a:latin typeface="Calibri"/>
              </a:rPr>
              <a:t>• t</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a</a:t>
            </a:r>
          </a:p>
          <a:p>
            <a:r>
              <a:rPr sz="1200" b="0">
                <a:solidFill>
                  <a:srgbClr val="222222"/>
                </a:solidFill>
                <a:latin typeface="Calibri"/>
              </a:rPr>
              <a:t>• g</a:t>
            </a:r>
          </a:p>
          <a:p>
            <a:r>
              <a:rPr sz="1200" b="0">
                <a:solidFill>
                  <a:srgbClr val="222222"/>
                </a:solidFill>
                <a:latin typeface="Calibri"/>
              </a:rPr>
              <a:t>• a</a:t>
            </a:r>
          </a:p>
          <a:p>
            <a:r>
              <a:rPr sz="1200" b="0">
                <a:solidFill>
                  <a:srgbClr val="222222"/>
                </a:solidFill>
                <a:latin typeface="Calibri"/>
              </a:rPr>
              <a:t>• i</a:t>
            </a:r>
          </a:p>
          <a:p>
            <a:r>
              <a:rPr sz="1200" b="0">
                <a:solidFill>
                  <a:srgbClr val="222222"/>
                </a:solidFill>
                <a:latin typeface="Calibri"/>
              </a:rPr>
              <a:t>• n</a:t>
            </a:r>
          </a:p>
          <a:p>
            <a:r>
              <a:rPr sz="1200" b="0">
                <a:solidFill>
                  <a:srgbClr val="222222"/>
                </a:solidFill>
                <a:latin typeface="Calibri"/>
              </a:rPr>
              <a:t>• s</a:t>
            </a:r>
          </a:p>
          <a:p>
            <a:r>
              <a:rPr sz="1200" b="0">
                <a:solidFill>
                  <a:srgbClr val="222222"/>
                </a:solidFill>
                <a:latin typeface="Calibri"/>
              </a:rPr>
              <a:t>• t</a:t>
            </a:r>
          </a:p>
          <a:p>
            <a:r>
              <a:rPr sz="1200" b="0">
                <a:solidFill>
                  <a:srgbClr val="222222"/>
                </a:solidFill>
                <a:latin typeface="Calibri"/>
              </a:rPr>
              <a:t>•  </a:t>
            </a:r>
          </a:p>
          <a:p>
            <a:r>
              <a:rPr sz="1200" b="0">
                <a:solidFill>
                  <a:srgbClr val="222222"/>
                </a:solidFill>
                <a:latin typeface="Calibri"/>
              </a:rPr>
              <a:t>• w</a:t>
            </a:r>
          </a:p>
          <a:p>
            <a:r>
              <a:rPr sz="1200" b="0">
                <a:solidFill>
                  <a:srgbClr val="222222"/>
                </a:solidFill>
                <a:latin typeface="Calibri"/>
              </a:rPr>
              <a:t>• e</a:t>
            </a:r>
          </a:p>
          <a:p>
            <a:r>
              <a:rPr sz="1200" b="0">
                <a:solidFill>
                  <a:srgbClr val="222222"/>
                </a:solidFill>
                <a:latin typeface="Calibri"/>
              </a:rPr>
              <a:t>• b</a:t>
            </a:r>
          </a:p>
          <a:p>
            <a:r>
              <a:rPr sz="1200" b="0">
                <a:solidFill>
                  <a:srgbClr val="222222"/>
                </a:solidFill>
                <a:latin typeface="Calibri"/>
              </a:rPr>
              <a:t>•  </a:t>
            </a:r>
          </a:p>
          <a:p>
            <a:r>
              <a:rPr sz="1200" b="0">
                <a:solidFill>
                  <a:srgbClr val="222222"/>
                </a:solidFill>
                <a:latin typeface="Calibri"/>
              </a:rPr>
              <a:t>• t</a:t>
            </a:r>
          </a:p>
          <a:p>
            <a:r>
              <a:rPr sz="1200" b="0">
                <a:solidFill>
                  <a:srgbClr val="222222"/>
                </a:solidFill>
                <a:latin typeface="Calibri"/>
              </a:rPr>
              <a:t>• h</a:t>
            </a:r>
          </a:p>
          <a:p>
            <a:r>
              <a:rPr sz="1200" b="0">
                <a:solidFill>
                  <a:srgbClr val="222222"/>
                </a:solidFill>
                <a:latin typeface="Calibri"/>
              </a:rPr>
              <a:t>• r</a:t>
            </a:r>
          </a:p>
          <a:p>
            <a:r>
              <a:rPr sz="1200" b="0">
                <a:solidFill>
                  <a:srgbClr val="222222"/>
                </a:solidFill>
                <a:latin typeface="Calibri"/>
              </a:rPr>
              <a:t>• e</a:t>
            </a:r>
          </a:p>
          <a:p>
            <a:r>
              <a:rPr sz="1200" b="0">
                <a:solidFill>
                  <a:srgbClr val="222222"/>
                </a:solidFill>
                <a:latin typeface="Calibri"/>
              </a:rPr>
              <a:t>• a</a:t>
            </a:r>
          </a:p>
          <a:p>
            <a:r>
              <a:rPr sz="1200" b="0">
                <a:solidFill>
                  <a:srgbClr val="222222"/>
                </a:solidFill>
                <a:latin typeface="Calibri"/>
              </a:rPr>
              <a:t>• t</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a:t>
            </a:r>
            <a:b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P</a:t>
            </a:r>
          </a:p>
          <a:p>
            <a:r>
              <a:rPr sz="1200" b="0">
                <a:solidFill>
                  <a:srgbClr val="222222"/>
                </a:solidFill>
                <a:latin typeface="Calibri"/>
              </a:rPr>
              <a:t>• r</a:t>
            </a:r>
          </a:p>
          <a:p>
            <a:r>
              <a:rPr sz="1200" b="0">
                <a:solidFill>
                  <a:srgbClr val="222222"/>
                </a:solidFill>
                <a:latin typeface="Calibri"/>
              </a:rPr>
              <a:t>• o</a:t>
            </a:r>
          </a:p>
          <a:p>
            <a:r>
              <a:rPr sz="1200" b="0">
                <a:solidFill>
                  <a:srgbClr val="222222"/>
                </a:solidFill>
                <a:latin typeface="Calibri"/>
              </a:rPr>
              <a:t>• d</a:t>
            </a:r>
          </a:p>
          <a:p>
            <a:r>
              <a:rPr sz="1200" b="0">
                <a:solidFill>
                  <a:srgbClr val="222222"/>
                </a:solidFill>
                <a:latin typeface="Calibri"/>
              </a:rPr>
              <a:t>• u</a:t>
            </a:r>
          </a:p>
          <a:p>
            <a:r>
              <a:rPr sz="1200" b="0">
                <a:solidFill>
                  <a:srgbClr val="222222"/>
                </a:solidFill>
                <a:latin typeface="Calibri"/>
              </a:rPr>
              <a:t>• c</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v</a:t>
            </a:r>
          </a:p>
          <a:p>
            <a:r>
              <a:rPr sz="1200" b="0">
                <a:solidFill>
                  <a:srgbClr val="222222"/>
                </a:solidFill>
                <a:latin typeface="Calibri"/>
              </a:rPr>
              <a:t>• i</a:t>
            </a:r>
          </a:p>
          <a:p>
            <a:r>
              <a:rPr sz="1200" b="0">
                <a:solidFill>
                  <a:srgbClr val="222222"/>
                </a:solidFill>
                <a:latin typeface="Calibri"/>
              </a:rPr>
              <a:t>• t</a:t>
            </a:r>
          </a:p>
          <a:p>
            <a:r>
              <a:rPr sz="1200" b="0">
                <a:solidFill>
                  <a:srgbClr val="222222"/>
                </a:solidFill>
                <a:latin typeface="Calibri"/>
              </a:rPr>
              <a:t>• y</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o</a:t>
            </a:r>
          </a:p>
          <a:p>
            <a:r>
              <a:rPr sz="1200" b="0">
                <a:solidFill>
                  <a:srgbClr val="222222"/>
                </a:solidFill>
                <a:latin typeface="Calibri"/>
              </a:rPr>
              <a:t>• f</a:t>
            </a:r>
          </a:p>
          <a:p>
            <a:r>
              <a:rPr sz="1200" b="0">
                <a:solidFill>
                  <a:srgbClr val="222222"/>
                </a:solidFill>
                <a:latin typeface="Calibri"/>
              </a:rPr>
              <a:t>• t</a:t>
            </a:r>
          </a:p>
          <a:p>
            <a:r>
              <a:rPr sz="1200" b="0">
                <a:solidFill>
                  <a:srgbClr val="222222"/>
                </a:solidFill>
                <a:latin typeface="Calibri"/>
              </a:rPr>
              <a:t>• w</a:t>
            </a:r>
          </a:p>
          <a:p>
            <a:r>
              <a:rPr sz="1200" b="0">
                <a:solidFill>
                  <a:srgbClr val="222222"/>
                </a:solidFill>
                <a:latin typeface="Calibri"/>
              </a:rPr>
              <a:t>• a</a:t>
            </a:r>
          </a:p>
          <a:p>
            <a:r>
              <a:rPr sz="1200" b="0">
                <a:solidFill>
                  <a:srgbClr val="222222"/>
                </a:solidFill>
                <a:latin typeface="Calibri"/>
              </a:rPr>
              <a:t>• r</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M</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O</a:t>
            </a:r>
          </a:p>
          <a:p>
            <a:r>
              <a:rPr sz="1200" b="0">
                <a:solidFill>
                  <a:srgbClr val="222222"/>
                </a:solidFill>
                <a:latin typeface="Calibri"/>
              </a:rPr>
              <a:t>• f</a:t>
            </a:r>
          </a:p>
          <a:p>
            <a:r>
              <a:rPr sz="1200" b="0">
                <a:solidFill>
                  <a:srgbClr val="222222"/>
                </a:solidFill>
                <a:latin typeface="Calibri"/>
              </a:rPr>
              <a:t>• f</a:t>
            </a:r>
          </a:p>
          <a:p>
            <a:r>
              <a:rPr sz="1200" b="0">
                <a:solidFill>
                  <a:srgbClr val="222222"/>
                </a:solidFill>
                <a:latin typeface="Calibri"/>
              </a:rPr>
              <a:t>• i</a:t>
            </a:r>
          </a:p>
          <a:p>
            <a:r>
              <a:rPr sz="1200" b="0">
                <a:solidFill>
                  <a:srgbClr val="222222"/>
                </a:solidFill>
                <a:latin typeface="Calibri"/>
              </a:rPr>
              <a:t>• c</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u</a:t>
            </a:r>
          </a:p>
          <a:p>
            <a:r>
              <a:rPr sz="1200" b="0">
                <a:solidFill>
                  <a:srgbClr val="222222"/>
                </a:solidFill>
                <a:latin typeface="Calibri"/>
              </a:rPr>
              <a:t>• i</a:t>
            </a:r>
          </a:p>
          <a:p>
            <a:r>
              <a:rPr sz="1200" b="0">
                <a:solidFill>
                  <a:srgbClr val="222222"/>
                </a:solidFill>
                <a:latin typeface="Calibri"/>
              </a:rPr>
              <a:t>• t</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A</a:t>
            </a:r>
          </a:p>
          <a:p>
            <a:r>
              <a:rPr sz="1200" b="0">
                <a:solidFill>
                  <a:srgbClr val="222222"/>
                </a:solidFill>
                <a:latin typeface="Calibri"/>
              </a:rPr>
              <a:t>• d</a:t>
            </a:r>
          </a:p>
          <a:p>
            <a:r>
              <a:rPr sz="1200" b="0">
                <a:solidFill>
                  <a:srgbClr val="222222"/>
                </a:solidFill>
                <a:latin typeface="Calibri"/>
              </a:rPr>
              <a:t>• o</a:t>
            </a:r>
          </a:p>
          <a:p>
            <a:r>
              <a:rPr sz="1200" b="0">
                <a:solidFill>
                  <a:srgbClr val="222222"/>
                </a:solidFill>
                <a:latin typeface="Calibri"/>
              </a:rPr>
              <a:t>• b</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C</a:t>
            </a:r>
          </a:p>
          <a:p>
            <a:r>
              <a:rPr sz="1200" b="0">
                <a:solidFill>
                  <a:srgbClr val="222222"/>
                </a:solidFill>
                <a:latin typeface="Calibri"/>
              </a:rPr>
              <a:t>• r</a:t>
            </a:r>
          </a:p>
          <a:p>
            <a:r>
              <a:rPr sz="1200" b="0">
                <a:solidFill>
                  <a:srgbClr val="222222"/>
                </a:solidFill>
                <a:latin typeface="Calibri"/>
              </a:rPr>
              <a:t>• e</a:t>
            </a:r>
          </a:p>
          <a:p>
            <a:r>
              <a:rPr sz="1200" b="0">
                <a:solidFill>
                  <a:srgbClr val="222222"/>
                </a:solidFill>
                <a:latin typeface="Calibri"/>
              </a:rPr>
              <a:t>• a</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v</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C</a:t>
            </a:r>
          </a:p>
          <a:p>
            <a:r>
              <a:rPr sz="1200" b="0">
                <a:solidFill>
                  <a:srgbClr val="222222"/>
                </a:solidFill>
                <a:latin typeface="Calibri"/>
              </a:rPr>
              <a:t>• l</a:t>
            </a:r>
          </a:p>
          <a:p>
            <a:r>
              <a:rPr sz="1200" b="0">
                <a:solidFill>
                  <a:srgbClr val="222222"/>
                </a:solidFill>
                <a:latin typeface="Calibri"/>
              </a:rPr>
              <a:t>• o</a:t>
            </a:r>
          </a:p>
          <a:p>
            <a:r>
              <a:rPr sz="1200" b="0">
                <a:solidFill>
                  <a:srgbClr val="222222"/>
                </a:solidFill>
                <a:latin typeface="Calibri"/>
              </a:rPr>
              <a:t>• u</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D</a:t>
            </a:r>
          </a:p>
          <a:p>
            <a:r>
              <a:rPr sz="1200" b="0">
                <a:solidFill>
                  <a:srgbClr val="222222"/>
                </a:solidFill>
                <a:latin typeface="Calibri"/>
              </a:rPr>
              <a:t>• e</a:t>
            </a:r>
          </a:p>
          <a:p>
            <a:r>
              <a:rPr sz="1200" b="0">
                <a:solidFill>
                  <a:srgbClr val="222222"/>
                </a:solidFill>
                <a:latin typeface="Calibri"/>
              </a:rPr>
              <a:t>• p</a:t>
            </a:r>
          </a:p>
          <a:p>
            <a:r>
              <a:rPr sz="1200" b="0">
                <a:solidFill>
                  <a:srgbClr val="222222"/>
                </a:solidFill>
                <a:latin typeface="Calibri"/>
              </a:rPr>
              <a:t>• e</a:t>
            </a:r>
          </a:p>
          <a:p>
            <a:r>
              <a:rPr sz="1200" b="0">
                <a:solidFill>
                  <a:srgbClr val="222222"/>
                </a:solidFill>
                <a:latin typeface="Calibri"/>
              </a:rPr>
              <a:t>• n</a:t>
            </a:r>
          </a:p>
          <a:p>
            <a:r>
              <a:rPr sz="1200" b="0">
                <a:solidFill>
                  <a:srgbClr val="222222"/>
                </a:solidFill>
                <a:latin typeface="Calibri"/>
              </a:rPr>
              <a:t>• d</a:t>
            </a:r>
          </a:p>
          <a:p>
            <a:r>
              <a:rPr sz="1200" b="0">
                <a:solidFill>
                  <a:srgbClr val="222222"/>
                </a:solidFill>
                <a:latin typeface="Calibri"/>
              </a:rPr>
              <a:t>• i</a:t>
            </a:r>
          </a:p>
          <a:p>
            <a:r>
              <a:rPr sz="1200" b="0">
                <a:solidFill>
                  <a:srgbClr val="222222"/>
                </a:solidFill>
                <a:latin typeface="Calibri"/>
              </a:rPr>
              <a:t>• n</a:t>
            </a:r>
          </a:p>
          <a:p>
            <a:r>
              <a:rPr sz="1200" b="0">
                <a:solidFill>
                  <a:srgbClr val="222222"/>
                </a:solidFill>
                <a:latin typeface="Calibri"/>
              </a:rPr>
              <a:t>• g</a:t>
            </a:r>
          </a:p>
          <a:p>
            <a:r>
              <a:rPr sz="1200" b="0">
                <a:solidFill>
                  <a:srgbClr val="222222"/>
                </a:solidFill>
                <a:latin typeface="Calibri"/>
              </a:rPr>
              <a:t>•  </a:t>
            </a:r>
          </a:p>
          <a:p>
            <a:r>
              <a:rPr sz="1200" b="0">
                <a:solidFill>
                  <a:srgbClr val="222222"/>
                </a:solidFill>
                <a:latin typeface="Calibri"/>
              </a:rPr>
              <a:t>• o</a:t>
            </a:r>
          </a:p>
          <a:p>
            <a:r>
              <a:rPr sz="1200" b="0">
                <a:solidFill>
                  <a:srgbClr val="222222"/>
                </a:solidFill>
                <a:latin typeface="Calibri"/>
              </a:rPr>
              <a:t>• n</a:t>
            </a:r>
          </a:p>
          <a:p>
            <a:r>
              <a:rPr sz="1200" b="0">
                <a:solidFill>
                  <a:srgbClr val="222222"/>
                </a:solidFill>
                <a:latin typeface="Calibri"/>
              </a:rPr>
              <a:t>•  </a:t>
            </a:r>
          </a:p>
          <a:p>
            <a:r>
              <a:rPr sz="1200" b="0">
                <a:solidFill>
                  <a:srgbClr val="222222"/>
                </a:solidFill>
                <a:latin typeface="Calibri"/>
              </a:rPr>
              <a:t>• t</a:t>
            </a:r>
          </a:p>
          <a:p>
            <a:r>
              <a:rPr sz="1200" b="0">
                <a:solidFill>
                  <a:srgbClr val="222222"/>
                </a:solidFill>
                <a:latin typeface="Calibri"/>
              </a:rPr>
              <a:t>• h</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i</a:t>
            </a:r>
          </a:p>
          <a:p>
            <a:r>
              <a:rPr sz="1200" b="0">
                <a:solidFill>
                  <a:srgbClr val="222222"/>
                </a:solidFill>
                <a:latin typeface="Calibri"/>
              </a:rPr>
              <a:t>• n</a:t>
            </a:r>
          </a:p>
          <a:p>
            <a:r>
              <a:rPr sz="1200" b="0">
                <a:solidFill>
                  <a:srgbClr val="222222"/>
                </a:solidFill>
                <a:latin typeface="Calibri"/>
              </a:rPr>
              <a:t>• t</a:t>
            </a:r>
          </a:p>
          <a:p>
            <a:r>
              <a:rPr sz="1200" b="0">
                <a:solidFill>
                  <a:srgbClr val="222222"/>
                </a:solidFill>
                <a:latin typeface="Calibri"/>
              </a:rPr>
              <a:t>• e</a:t>
            </a:r>
          </a:p>
          <a:p>
            <a:r>
              <a:rPr sz="1200" b="0">
                <a:solidFill>
                  <a:srgbClr val="222222"/>
                </a:solidFill>
                <a:latin typeface="Calibri"/>
              </a:rPr>
              <a:t>• n</a:t>
            </a:r>
          </a:p>
          <a:p>
            <a:r>
              <a:rPr sz="1200" b="0">
                <a:solidFill>
                  <a:srgbClr val="222222"/>
                </a:solidFill>
                <a:latin typeface="Calibri"/>
              </a:rPr>
              <a:t>• d</a:t>
            </a:r>
          </a:p>
          <a:p>
            <a:r>
              <a:rPr sz="1200" b="0">
                <a:solidFill>
                  <a:srgbClr val="222222"/>
                </a:solidFill>
                <a:latin typeface="Calibri"/>
              </a:rPr>
              <a:t>• e</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u</a:t>
            </a:r>
          </a:p>
          <a:p>
            <a:r>
              <a:rPr sz="1200" b="0">
                <a:solidFill>
                  <a:srgbClr val="222222"/>
                </a:solidFill>
                <a:latin typeface="Calibri"/>
              </a:rPr>
              <a:t>• s</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p</a:t>
            </a:r>
          </a:p>
          <a:p>
            <a:r>
              <a:rPr sz="1200" b="0">
                <a:solidFill>
                  <a:srgbClr val="222222"/>
                </a:solidFill>
                <a:latin typeface="Calibri"/>
              </a:rPr>
              <a:t>• r</a:t>
            </a:r>
          </a:p>
          <a:p>
            <a:r>
              <a:rPr sz="1200" b="0">
                <a:solidFill>
                  <a:srgbClr val="222222"/>
                </a:solidFill>
                <a:latin typeface="Calibri"/>
              </a:rPr>
              <a:t>• o</a:t>
            </a:r>
          </a:p>
          <a:p>
            <a:r>
              <a:rPr sz="1200" b="0">
                <a:solidFill>
                  <a:srgbClr val="222222"/>
                </a:solidFill>
                <a:latin typeface="Calibri"/>
              </a:rPr>
              <a:t>• d</a:t>
            </a:r>
          </a:p>
          <a:p>
            <a:r>
              <a:rPr sz="1200" b="0">
                <a:solidFill>
                  <a:srgbClr val="222222"/>
                </a:solidFill>
                <a:latin typeface="Calibri"/>
              </a:rPr>
              <a:t>• u</a:t>
            </a:r>
          </a:p>
          <a:p>
            <a:r>
              <a:rPr sz="1200" b="0">
                <a:solidFill>
                  <a:srgbClr val="222222"/>
                </a:solidFill>
                <a:latin typeface="Calibri"/>
              </a:rPr>
              <a:t>• c</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v</a:t>
            </a:r>
          </a:p>
          <a:p>
            <a:r>
              <a:rPr sz="1200" b="0">
                <a:solidFill>
                  <a:srgbClr val="222222"/>
                </a:solidFill>
                <a:latin typeface="Calibri"/>
              </a:rPr>
              <a:t>• i</a:t>
            </a:r>
          </a:p>
          <a:p>
            <a:r>
              <a:rPr sz="1200" b="0">
                <a:solidFill>
                  <a:srgbClr val="222222"/>
                </a:solidFill>
                <a:latin typeface="Calibri"/>
              </a:rPr>
              <a:t>• t</a:t>
            </a:r>
          </a:p>
          <a:p>
            <a:r>
              <a:rPr sz="1200" b="0">
                <a:solidFill>
                  <a:srgbClr val="222222"/>
                </a:solidFill>
                <a:latin typeface="Calibri"/>
              </a:rPr>
              <a:t>• y</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o</a:t>
            </a:r>
          </a:p>
          <a:p>
            <a:r>
              <a:rPr sz="1200" b="0">
                <a:solidFill>
                  <a:srgbClr val="222222"/>
                </a:solidFill>
                <a:latin typeface="Calibri"/>
              </a:rPr>
              <a:t>• f</a:t>
            </a:r>
          </a:p>
          <a:p>
            <a:r>
              <a:rPr sz="1200" b="0">
                <a:solidFill>
                  <a:srgbClr val="222222"/>
                </a:solidFill>
                <a:latin typeface="Calibri"/>
              </a:rPr>
              <a:t>• t</a:t>
            </a:r>
          </a:p>
          <a:p>
            <a:r>
              <a:rPr sz="1200" b="0">
                <a:solidFill>
                  <a:srgbClr val="222222"/>
                </a:solidFill>
                <a:latin typeface="Calibri"/>
              </a:rPr>
              <a:t>• w</a:t>
            </a:r>
          </a:p>
          <a:p>
            <a:r>
              <a:rPr sz="1200" b="0">
                <a:solidFill>
                  <a:srgbClr val="222222"/>
                </a:solidFill>
                <a:latin typeface="Calibri"/>
              </a:rPr>
              <a:t>• a</a:t>
            </a:r>
          </a:p>
          <a:p>
            <a:r>
              <a:rPr sz="1200" b="0">
                <a:solidFill>
                  <a:srgbClr val="222222"/>
                </a:solidFill>
                <a:latin typeface="Calibri"/>
              </a:rPr>
              <a:t>• r</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i</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s</a:t>
            </a:r>
          </a:p>
          <a:p>
            <a:r>
              <a:rPr sz="1200" b="0">
                <a:solidFill>
                  <a:srgbClr val="222222"/>
                </a:solidFill>
                <a:latin typeface="Calibri"/>
              </a:rPr>
              <a:t>• e</a:t>
            </a:r>
          </a:p>
          <a:p>
            <a:r>
              <a:rPr sz="1200" b="0">
                <a:solidFill>
                  <a:srgbClr val="222222"/>
                </a:solidFill>
                <a:latin typeface="Calibri"/>
              </a:rPr>
              <a:t>• n</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a</a:t>
            </a:r>
          </a:p>
          <a:p>
            <a:r>
              <a:rPr sz="1200" b="0">
                <a:solidFill>
                  <a:srgbClr val="222222"/>
                </a:solidFill>
                <a:latin typeface="Calibri"/>
              </a:rPr>
              <a:t>• l</a:t>
            </a:r>
          </a:p>
          <a:p>
            <a:r>
              <a:rPr sz="1200" b="0">
                <a:solidFill>
                  <a:srgbClr val="222222"/>
                </a:solidFill>
                <a:latin typeface="Calibri"/>
              </a:rPr>
              <a:t>•  </a:t>
            </a:r>
          </a:p>
          <a:p>
            <a:r>
              <a:rPr sz="1200" b="0">
                <a:solidFill>
                  <a:srgbClr val="222222"/>
                </a:solidFill>
                <a:latin typeface="Calibri"/>
              </a:rPr>
              <a:t>• f</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b</a:t>
            </a:r>
          </a:p>
          <a:p>
            <a:r>
              <a:rPr sz="1200" b="0">
                <a:solidFill>
                  <a:srgbClr val="222222"/>
                </a:solidFill>
                <a:latin typeface="Calibri"/>
              </a:rPr>
              <a:t>• u</a:t>
            </a:r>
          </a:p>
          <a:p>
            <a:r>
              <a:rPr sz="1200" b="0">
                <a:solidFill>
                  <a:srgbClr val="222222"/>
                </a:solidFill>
                <a:latin typeface="Calibri"/>
              </a:rPr>
              <a:t>• s</a:t>
            </a:r>
          </a:p>
          <a:p>
            <a:r>
              <a:rPr sz="1200" b="0">
                <a:solidFill>
                  <a:srgbClr val="222222"/>
                </a:solidFill>
                <a:latin typeface="Calibri"/>
              </a:rPr>
              <a:t>• i</a:t>
            </a:r>
          </a:p>
          <a:p>
            <a:r>
              <a:rPr sz="1200" b="0">
                <a:solidFill>
                  <a:srgbClr val="222222"/>
                </a:solidFill>
                <a:latin typeface="Calibri"/>
              </a:rPr>
              <a:t>• n</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o</a:t>
            </a:r>
          </a:p>
          <a:p>
            <a:r>
              <a:rPr sz="1200" b="0">
                <a:solidFill>
                  <a:srgbClr val="222222"/>
                </a:solidFill>
                <a:latin typeface="Calibri"/>
              </a:rPr>
              <a:t>• p</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a</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o</a:t>
            </a:r>
          </a:p>
          <a:p>
            <a:r>
              <a:rPr sz="1200" b="0">
                <a:solidFill>
                  <a:srgbClr val="222222"/>
                </a:solidFill>
                <a:latin typeface="Calibri"/>
              </a:rPr>
              <a:t>• n</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a:t>
            </a:r>
            <a:br/>
          </a:p>
          <a:p>
            <a:r>
              <a:rPr sz="1200" b="0">
                <a:solidFill>
                  <a:srgbClr val="222222"/>
                </a:solidFill>
                <a:latin typeface="Calibri"/>
              </a:rPr>
              <a:t>• </a:t>
            </a:r>
            <a:br/>
          </a:p>
          <a:p>
            <a:r>
              <a:rPr sz="1200" b="0">
                <a:solidFill>
                  <a:srgbClr val="222222"/>
                </a:solidFill>
                <a:latin typeface="Calibri"/>
              </a:rPr>
              <a:t>• 3</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P</a:t>
            </a:r>
          </a:p>
          <a:p>
            <a:r>
              <a:rPr sz="1200" b="0">
                <a:solidFill>
                  <a:srgbClr val="222222"/>
                </a:solidFill>
                <a:latin typeface="Calibri"/>
              </a:rPr>
              <a:t>• o</a:t>
            </a:r>
          </a:p>
          <a:p>
            <a:r>
              <a:rPr sz="1200" b="0">
                <a:solidFill>
                  <a:srgbClr val="222222"/>
                </a:solidFill>
                <a:latin typeface="Calibri"/>
              </a:rPr>
              <a:t>• w</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A</a:t>
            </a:r>
          </a:p>
          <a:p>
            <a:r>
              <a:rPr sz="1200" b="0">
                <a:solidFill>
                  <a:srgbClr val="222222"/>
                </a:solidFill>
                <a:latin typeface="Calibri"/>
              </a:rPr>
              <a:t>• c</a:t>
            </a:r>
          </a:p>
          <a:p>
            <a:r>
              <a:rPr sz="1200" b="0">
                <a:solidFill>
                  <a:srgbClr val="222222"/>
                </a:solidFill>
                <a:latin typeface="Calibri"/>
              </a:rPr>
              <a:t>• c</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s</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i</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b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E</a:t>
            </a:r>
          </a:p>
          <a:p>
            <a:r>
              <a:rPr sz="1200" b="0">
                <a:solidFill>
                  <a:srgbClr val="222222"/>
                </a:solidFill>
                <a:latin typeface="Calibri"/>
              </a:rPr>
              <a:t>• x</a:t>
            </a:r>
          </a:p>
          <a:p>
            <a:r>
              <a:rPr sz="1200" b="0">
                <a:solidFill>
                  <a:srgbClr val="222222"/>
                </a:solidFill>
                <a:latin typeface="Calibri"/>
              </a:rPr>
              <a:t>• t</a:t>
            </a:r>
          </a:p>
          <a:p>
            <a:r>
              <a:rPr sz="1200" b="0">
                <a:solidFill>
                  <a:srgbClr val="222222"/>
                </a:solidFill>
                <a:latin typeface="Calibri"/>
              </a:rPr>
              <a:t>• r</a:t>
            </a:r>
          </a:p>
          <a:p>
            <a:r>
              <a:rPr sz="1200" b="0">
                <a:solidFill>
                  <a:srgbClr val="222222"/>
                </a:solidFill>
                <a:latin typeface="Calibri"/>
              </a:rPr>
              <a:t>• a</a:t>
            </a:r>
          </a:p>
          <a:p>
            <a:r>
              <a:rPr sz="1200" b="0">
                <a:solidFill>
                  <a:srgbClr val="222222"/>
                </a:solidFill>
                <a:latin typeface="Calibri"/>
              </a:rPr>
              <a:t>•  </a:t>
            </a:r>
          </a:p>
          <a:p>
            <a:r>
              <a:rPr sz="1200" b="0">
                <a:solidFill>
                  <a:srgbClr val="222222"/>
                </a:solidFill>
                <a:latin typeface="Calibri"/>
              </a:rPr>
              <a:t>• C</a:t>
            </a:r>
          </a:p>
          <a:p>
            <a:r>
              <a:rPr sz="1200" b="0">
                <a:solidFill>
                  <a:srgbClr val="222222"/>
                </a:solidFill>
                <a:latin typeface="Calibri"/>
              </a:rPr>
              <a:t>• h</a:t>
            </a:r>
          </a:p>
          <a:p>
            <a:r>
              <a:rPr sz="1200" b="0">
                <a:solidFill>
                  <a:srgbClr val="222222"/>
                </a:solidFill>
                <a:latin typeface="Calibri"/>
              </a:rPr>
              <a:t>• a</a:t>
            </a:r>
          </a:p>
          <a:p>
            <a:r>
              <a:rPr sz="1200" b="0">
                <a:solidFill>
                  <a:srgbClr val="222222"/>
                </a:solidFill>
                <a:latin typeface="Calibri"/>
              </a:rPr>
              <a:t>• r</a:t>
            </a:r>
          </a:p>
          <a:p>
            <a:r>
              <a:rPr sz="1200" b="0">
                <a:solidFill>
                  <a:srgbClr val="222222"/>
                </a:solidFill>
                <a:latin typeface="Calibri"/>
              </a:rPr>
              <a:t>• g</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P</a:t>
            </a:r>
          </a:p>
          <a:p>
            <a:r>
              <a:rPr sz="1200" b="0">
                <a:solidFill>
                  <a:srgbClr val="222222"/>
                </a:solidFill>
                <a:latin typeface="Calibri"/>
              </a:rPr>
              <a:t>• o</a:t>
            </a:r>
          </a:p>
          <a:p>
            <a:r>
              <a:rPr sz="1200" b="0">
                <a:solidFill>
                  <a:srgbClr val="222222"/>
                </a:solidFill>
                <a:latin typeface="Calibri"/>
              </a:rPr>
              <a:t>• w</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B</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k</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E</a:t>
            </a:r>
          </a:p>
          <a:p>
            <a:r>
              <a:rPr sz="1200" b="0">
                <a:solidFill>
                  <a:srgbClr val="222222"/>
                </a:solidFill>
                <a:latin typeface="Calibri"/>
              </a:rPr>
              <a:t>• n</a:t>
            </a:r>
          </a:p>
          <a:p>
            <a:r>
              <a:rPr sz="1200" b="0">
                <a:solidFill>
                  <a:srgbClr val="222222"/>
                </a:solidFill>
                <a:latin typeface="Calibri"/>
              </a:rPr>
              <a:t>• s</a:t>
            </a:r>
          </a:p>
          <a:p>
            <a:r>
              <a:rPr sz="1200" b="0">
                <a:solidFill>
                  <a:srgbClr val="222222"/>
                </a:solidFill>
                <a:latin typeface="Calibri"/>
              </a:rPr>
              <a:t>• u</a:t>
            </a:r>
          </a:p>
          <a:p>
            <a:r>
              <a:rPr sz="1200" b="0">
                <a:solidFill>
                  <a:srgbClr val="222222"/>
                </a:solidFill>
                <a:latin typeface="Calibri"/>
              </a:rPr>
              <a:t>• r</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t</a:t>
            </a:r>
          </a:p>
          <a:p>
            <a:r>
              <a:rPr sz="1200" b="0">
                <a:solidFill>
                  <a:srgbClr val="222222"/>
                </a:solidFill>
                <a:latin typeface="Calibri"/>
              </a:rPr>
              <a:t>• h</a:t>
            </a:r>
          </a:p>
          <a:p>
            <a:r>
              <a:rPr sz="1200" b="0">
                <a:solidFill>
                  <a:srgbClr val="222222"/>
                </a:solidFill>
                <a:latin typeface="Calibri"/>
              </a:rPr>
              <a:t>• a</a:t>
            </a:r>
          </a:p>
          <a:p>
            <a:r>
              <a:rPr sz="1200" b="0">
                <a:solidFill>
                  <a:srgbClr val="222222"/>
                </a:solidFill>
                <a:latin typeface="Calibri"/>
              </a:rPr>
              <a:t>• t</a:t>
            </a:r>
          </a:p>
          <a:p>
            <a:r>
              <a:rPr sz="1200" b="0">
                <a:solidFill>
                  <a:srgbClr val="222222"/>
                </a:solidFill>
                <a:latin typeface="Calibri"/>
              </a:rPr>
              <a:t>•  </a:t>
            </a:r>
          </a:p>
          <a:p>
            <a:r>
              <a:rPr sz="1200" b="0">
                <a:solidFill>
                  <a:srgbClr val="222222"/>
                </a:solidFill>
                <a:latin typeface="Calibri"/>
              </a:rPr>
              <a:t>• u</a:t>
            </a:r>
          </a:p>
          <a:p>
            <a:r>
              <a:rPr sz="1200" b="0">
                <a:solidFill>
                  <a:srgbClr val="222222"/>
                </a:solidFill>
                <a:latin typeface="Calibri"/>
              </a:rPr>
              <a:t>• s</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r</a:t>
            </a:r>
          </a:p>
          <a:p>
            <a:r>
              <a:rPr sz="1200" b="0">
                <a:solidFill>
                  <a:srgbClr val="222222"/>
                </a:solidFill>
                <a:latin typeface="Calibri"/>
              </a:rPr>
              <a:t>• e</a:t>
            </a:r>
          </a:p>
          <a:p>
            <a:r>
              <a:rPr sz="1200" b="0">
                <a:solidFill>
                  <a:srgbClr val="222222"/>
                </a:solidFill>
                <a:latin typeface="Calibri"/>
              </a:rPr>
              <a:t>• m</a:t>
            </a:r>
          </a:p>
          <a:p>
            <a:r>
              <a:rPr sz="1200" b="0">
                <a:solidFill>
                  <a:srgbClr val="222222"/>
                </a:solidFill>
                <a:latin typeface="Calibri"/>
              </a:rPr>
              <a:t>• a</a:t>
            </a:r>
          </a:p>
          <a:p>
            <a:r>
              <a:rPr sz="1200" b="0">
                <a:solidFill>
                  <a:srgbClr val="222222"/>
                </a:solidFill>
                <a:latin typeface="Calibri"/>
              </a:rPr>
              <a:t>• i</a:t>
            </a:r>
          </a:p>
          <a:p>
            <a:r>
              <a:rPr sz="1200" b="0">
                <a:solidFill>
                  <a:srgbClr val="222222"/>
                </a:solidFill>
                <a:latin typeface="Calibri"/>
              </a:rPr>
              <a:t>• n</a:t>
            </a:r>
          </a:p>
          <a:p>
            <a:r>
              <a:rPr sz="1200" b="0">
                <a:solidFill>
                  <a:srgbClr val="222222"/>
                </a:solidFill>
                <a:latin typeface="Calibri"/>
              </a:rPr>
              <a:t>•  </a:t>
            </a:r>
          </a:p>
          <a:p>
            <a:r>
              <a:rPr sz="1200" b="0">
                <a:solidFill>
                  <a:srgbClr val="222222"/>
                </a:solidFill>
                <a:latin typeface="Calibri"/>
              </a:rPr>
              <a:t>• p</a:t>
            </a:r>
          </a:p>
          <a:p>
            <a:r>
              <a:rPr sz="1200" b="0">
                <a:solidFill>
                  <a:srgbClr val="222222"/>
                </a:solidFill>
                <a:latin typeface="Calibri"/>
              </a:rPr>
              <a:t>• o</a:t>
            </a:r>
          </a:p>
          <a:p>
            <a:r>
              <a:rPr sz="1200" b="0">
                <a:solidFill>
                  <a:srgbClr val="222222"/>
                </a:solidFill>
                <a:latin typeface="Calibri"/>
              </a:rPr>
              <a:t>• w</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e</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t</a:t>
            </a:r>
          </a:p>
          <a:p>
            <a:r>
              <a:rPr sz="1200" b="0">
                <a:solidFill>
                  <a:srgbClr val="222222"/>
                </a:solidFill>
                <a:latin typeface="Calibri"/>
              </a:rPr>
              <a:t>• h</a:t>
            </a:r>
          </a:p>
          <a:p>
            <a:r>
              <a:rPr sz="1200" b="0">
                <a:solidFill>
                  <a:srgbClr val="222222"/>
                </a:solidFill>
                <a:latin typeface="Calibri"/>
              </a:rPr>
              <a:t>• r</a:t>
            </a:r>
          </a:p>
          <a:p>
            <a:r>
              <a:rPr sz="1200" b="0">
                <a:solidFill>
                  <a:srgbClr val="222222"/>
                </a:solidFill>
                <a:latin typeface="Calibri"/>
              </a:rPr>
              <a:t>• o</a:t>
            </a:r>
          </a:p>
          <a:p>
            <a:r>
              <a:rPr sz="1200" b="0">
                <a:solidFill>
                  <a:srgbClr val="222222"/>
                </a:solidFill>
                <a:latin typeface="Calibri"/>
              </a:rPr>
              <a:t>• u</a:t>
            </a:r>
          </a:p>
          <a:p>
            <a:r>
              <a:rPr sz="1200" b="0">
                <a:solidFill>
                  <a:srgbClr val="222222"/>
                </a:solidFill>
                <a:latin typeface="Calibri"/>
              </a:rPr>
              <a:t>• g</a:t>
            </a:r>
          </a:p>
          <a:p>
            <a:r>
              <a:rPr sz="1200" b="0">
                <a:solidFill>
                  <a:srgbClr val="222222"/>
                </a:solidFill>
                <a:latin typeface="Calibri"/>
              </a:rPr>
              <a:t>• h</a:t>
            </a:r>
          </a:p>
          <a:p>
            <a:r>
              <a:rPr sz="1200" b="0">
                <a:solidFill>
                  <a:srgbClr val="222222"/>
                </a:solidFill>
                <a:latin typeface="Calibri"/>
              </a:rPr>
              <a:t>• o</a:t>
            </a:r>
          </a:p>
          <a:p>
            <a:r>
              <a:rPr sz="1200" b="0">
                <a:solidFill>
                  <a:srgbClr val="222222"/>
                </a:solidFill>
                <a:latin typeface="Calibri"/>
              </a:rPr>
              <a:t>• u</a:t>
            </a:r>
          </a:p>
          <a:p>
            <a:r>
              <a:rPr sz="1200" b="0">
                <a:solidFill>
                  <a:srgbClr val="222222"/>
                </a:solidFill>
                <a:latin typeface="Calibri"/>
              </a:rPr>
              <a:t>• t</a:t>
            </a:r>
          </a:p>
          <a:p>
            <a:r>
              <a:rPr sz="1200" b="0">
                <a:solidFill>
                  <a:srgbClr val="222222"/>
                </a:solidFill>
                <a:latin typeface="Calibri"/>
              </a:rPr>
              <a:t>•  </a:t>
            </a:r>
          </a:p>
          <a:p>
            <a:r>
              <a:rPr sz="1200" b="0">
                <a:solidFill>
                  <a:srgbClr val="222222"/>
                </a:solidFill>
                <a:latin typeface="Calibri"/>
              </a:rPr>
              <a:t>• t</a:t>
            </a:r>
          </a:p>
          <a:p>
            <a:r>
              <a:rPr sz="1200" b="0">
                <a:solidFill>
                  <a:srgbClr val="222222"/>
                </a:solidFill>
                <a:latin typeface="Calibri"/>
              </a:rPr>
              <a:t>• h</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d</a:t>
            </a:r>
          </a:p>
          <a:p>
            <a:r>
              <a:rPr sz="1200" b="0">
                <a:solidFill>
                  <a:srgbClr val="222222"/>
                </a:solidFill>
                <a:latin typeface="Calibri"/>
              </a:rPr>
              <a:t>• a</a:t>
            </a:r>
          </a:p>
          <a:p>
            <a:r>
              <a:rPr sz="1200" b="0">
                <a:solidFill>
                  <a:srgbClr val="222222"/>
                </a:solidFill>
                <a:latin typeface="Calibri"/>
              </a:rPr>
              <a:t>• y</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p</a:t>
            </a:r>
          </a:p>
          <a:p>
            <a:r>
              <a:rPr sz="1200" b="0">
                <a:solidFill>
                  <a:srgbClr val="222222"/>
                </a:solidFill>
                <a:latin typeface="Calibri"/>
              </a:rPr>
              <a:t>• e</a:t>
            </a:r>
          </a:p>
          <a:p>
            <a:r>
              <a:rPr sz="1200" b="0">
                <a:solidFill>
                  <a:srgbClr val="222222"/>
                </a:solidFill>
                <a:latin typeface="Calibri"/>
              </a:rPr>
              <a:t>• c</a:t>
            </a:r>
          </a:p>
          <a:p>
            <a:r>
              <a:rPr sz="1200" b="0">
                <a:solidFill>
                  <a:srgbClr val="222222"/>
                </a:solidFill>
                <a:latin typeface="Calibri"/>
              </a:rPr>
              <a:t>• i</a:t>
            </a:r>
          </a:p>
          <a:p>
            <a:r>
              <a:rPr sz="1200" b="0">
                <a:solidFill>
                  <a:srgbClr val="222222"/>
                </a:solidFill>
                <a:latin typeface="Calibri"/>
              </a:rPr>
              <a:t>• a</a:t>
            </a:r>
          </a:p>
          <a:p>
            <a:r>
              <a:rPr sz="1200" b="0">
                <a:solidFill>
                  <a:srgbClr val="222222"/>
                </a:solidFill>
                <a:latin typeface="Calibri"/>
              </a:rPr>
              <a:t>• l</a:t>
            </a:r>
          </a:p>
          <a:p>
            <a:r>
              <a:rPr sz="1200" b="0">
                <a:solidFill>
                  <a:srgbClr val="222222"/>
                </a:solidFill>
                <a:latin typeface="Calibri"/>
              </a:rPr>
              <a:t>• l</a:t>
            </a:r>
          </a:p>
          <a:p>
            <a:r>
              <a:rPr sz="1200" b="0">
                <a:solidFill>
                  <a:srgbClr val="222222"/>
                </a:solidFill>
                <a:latin typeface="Calibri"/>
              </a:rPr>
              <a:t>• y</a:t>
            </a:r>
          </a:p>
          <a:p>
            <a:r>
              <a:rPr sz="1200" b="0">
                <a:solidFill>
                  <a:srgbClr val="222222"/>
                </a:solidFill>
                <a:latin typeface="Calibri"/>
              </a:rPr>
              <a:t>•  </a:t>
            </a:r>
          </a:p>
          <a:p>
            <a:r>
              <a:rPr sz="1200" b="0">
                <a:solidFill>
                  <a:srgbClr val="222222"/>
                </a:solidFill>
                <a:latin typeface="Calibri"/>
              </a:rPr>
              <a:t>• f</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t</a:t>
            </a:r>
          </a:p>
          <a:p>
            <a:r>
              <a:rPr sz="1200" b="0">
                <a:solidFill>
                  <a:srgbClr val="222222"/>
                </a:solidFill>
                <a:latin typeface="Calibri"/>
              </a:rPr>
              <a:t>• r</a:t>
            </a:r>
          </a:p>
          <a:p>
            <a:r>
              <a:rPr sz="1200" b="0">
                <a:solidFill>
                  <a:srgbClr val="222222"/>
                </a:solidFill>
                <a:latin typeface="Calibri"/>
              </a:rPr>
              <a:t>• a</a:t>
            </a:r>
          </a:p>
          <a:p>
            <a:r>
              <a:rPr sz="1200" b="0">
                <a:solidFill>
                  <a:srgbClr val="222222"/>
                </a:solidFill>
                <a:latin typeface="Calibri"/>
              </a:rPr>
              <a:t>• v</a:t>
            </a:r>
          </a:p>
          <a:p>
            <a:r>
              <a:rPr sz="1200" b="0">
                <a:solidFill>
                  <a:srgbClr val="222222"/>
                </a:solidFill>
                <a:latin typeface="Calibri"/>
              </a:rPr>
              <a:t>• e</a:t>
            </a:r>
          </a:p>
          <a:p>
            <a:r>
              <a:rPr sz="1200" b="0">
                <a:solidFill>
                  <a:srgbClr val="222222"/>
                </a:solidFill>
                <a:latin typeface="Calibri"/>
              </a:rPr>
              <a:t>• l</a:t>
            </a:r>
          </a:p>
          <a:p>
            <a:r>
              <a:rPr sz="1200" b="0">
                <a:solidFill>
                  <a:srgbClr val="222222"/>
                </a:solidFill>
                <a:latin typeface="Calibri"/>
              </a:rPr>
              <a:t>•  </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r</a:t>
            </a:r>
          </a:p>
          <a:p>
            <a:r>
              <a:rPr sz="1200" b="0">
                <a:solidFill>
                  <a:srgbClr val="222222"/>
                </a:solidFill>
                <a:latin typeface="Calibri"/>
              </a:rPr>
              <a:t>• e</a:t>
            </a:r>
          </a:p>
          <a:p>
            <a:r>
              <a:rPr sz="1200" b="0">
                <a:solidFill>
                  <a:srgbClr val="222222"/>
                </a:solidFill>
                <a:latin typeface="Calibri"/>
              </a:rPr>
              <a:t>• m</a:t>
            </a:r>
          </a:p>
          <a:p>
            <a:r>
              <a:rPr sz="1200" b="0">
                <a:solidFill>
                  <a:srgbClr val="222222"/>
                </a:solidFill>
                <a:latin typeface="Calibri"/>
              </a:rPr>
              <a:t>• o</a:t>
            </a:r>
          </a:p>
          <a:p>
            <a:r>
              <a:rPr sz="1200" b="0">
                <a:solidFill>
                  <a:srgbClr val="222222"/>
                </a:solidFill>
                <a:latin typeface="Calibri"/>
              </a:rPr>
              <a:t>• t</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w</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k</a:t>
            </a:r>
          </a:p>
          <a:p>
            <a:r>
              <a:rPr sz="1200" b="0">
                <a:solidFill>
                  <a:srgbClr val="222222"/>
                </a:solidFill>
                <a:latin typeface="Calibri"/>
              </a:rPr>
              <a:t>• .</a:t>
            </a:r>
          </a:p>
          <a:p>
            <a:r>
              <a:rPr sz="1200" b="0">
                <a:solidFill>
                  <a:srgbClr val="222222"/>
                </a:solidFill>
                <a:latin typeface="Calibri"/>
              </a:rPr>
              <a:t>• </a:t>
            </a:r>
            <a:b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u</a:t>
            </a:r>
          </a:p>
          <a:p>
            <a:r>
              <a:rPr sz="1200" b="0">
                <a:solidFill>
                  <a:srgbClr val="222222"/>
                </a:solidFill>
                <a:latin typeface="Calibri"/>
              </a:rPr>
              <a:t>• r</a:t>
            </a:r>
          </a:p>
          <a:p>
            <a:r>
              <a:rPr sz="1200" b="0">
                <a:solidFill>
                  <a:srgbClr val="222222"/>
                </a:solidFill>
                <a:latin typeface="Calibri"/>
              </a:rPr>
              <a:t>• g</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P</a:t>
            </a:r>
          </a:p>
          <a:p>
            <a:r>
              <a:rPr sz="1200" b="0">
                <a:solidFill>
                  <a:srgbClr val="222222"/>
                </a:solidFill>
                <a:latin typeface="Calibri"/>
              </a:rPr>
              <a:t>• r</a:t>
            </a:r>
          </a:p>
          <a:p>
            <a:r>
              <a:rPr sz="1200" b="0">
                <a:solidFill>
                  <a:srgbClr val="222222"/>
                </a:solidFill>
                <a:latin typeface="Calibri"/>
              </a:rPr>
              <a:t>• o</a:t>
            </a:r>
          </a:p>
          <a:p>
            <a:r>
              <a:rPr sz="1200" b="0">
                <a:solidFill>
                  <a:srgbClr val="222222"/>
                </a:solidFill>
                <a:latin typeface="Calibri"/>
              </a:rPr>
              <a:t>• t</a:t>
            </a:r>
          </a:p>
          <a:p>
            <a:r>
              <a:rPr sz="1200" b="0">
                <a:solidFill>
                  <a:srgbClr val="222222"/>
                </a:solidFill>
                <a:latin typeface="Calibri"/>
              </a:rPr>
              <a:t>• e</a:t>
            </a:r>
          </a:p>
          <a:p>
            <a:r>
              <a:rPr sz="1200" b="0">
                <a:solidFill>
                  <a:srgbClr val="222222"/>
                </a:solidFill>
                <a:latin typeface="Calibri"/>
              </a:rPr>
              <a:t>• c</a:t>
            </a:r>
          </a:p>
          <a:p>
            <a:r>
              <a:rPr sz="1200" b="0">
                <a:solidFill>
                  <a:srgbClr val="222222"/>
                </a:solidFill>
                <a:latin typeface="Calibri"/>
              </a:rPr>
              <a:t>• t</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T</a:t>
            </a:r>
          </a:p>
          <a:p>
            <a:r>
              <a:rPr sz="1200" b="0">
                <a:solidFill>
                  <a:srgbClr val="222222"/>
                </a:solidFill>
                <a:latin typeface="Calibri"/>
              </a:rPr>
              <a:t>• o</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a</a:t>
            </a:r>
          </a:p>
          <a:p>
            <a:r>
              <a:rPr sz="1200" b="0">
                <a:solidFill>
                  <a:srgbClr val="222222"/>
                </a:solidFill>
                <a:latin typeface="Calibri"/>
              </a:rPr>
              <a:t>• f</a:t>
            </a:r>
          </a:p>
          <a:p>
            <a:r>
              <a:rPr sz="1200" b="0">
                <a:solidFill>
                  <a:srgbClr val="222222"/>
                </a:solidFill>
                <a:latin typeface="Calibri"/>
              </a:rPr>
              <a:t>• e</a:t>
            </a:r>
          </a:p>
          <a:p>
            <a:r>
              <a:rPr sz="1200" b="0">
                <a:solidFill>
                  <a:srgbClr val="222222"/>
                </a:solidFill>
                <a:latin typeface="Calibri"/>
              </a:rPr>
              <a:t>• g</a:t>
            </a:r>
          </a:p>
          <a:p>
            <a:r>
              <a:rPr sz="1200" b="0">
                <a:solidFill>
                  <a:srgbClr val="222222"/>
                </a:solidFill>
                <a:latin typeface="Calibri"/>
              </a:rPr>
              <a:t>• u</a:t>
            </a:r>
          </a:p>
          <a:p>
            <a:r>
              <a:rPr sz="1200" b="0">
                <a:solidFill>
                  <a:srgbClr val="222222"/>
                </a:solidFill>
                <a:latin typeface="Calibri"/>
              </a:rPr>
              <a:t>• a</a:t>
            </a:r>
          </a:p>
          <a:p>
            <a:r>
              <a:rPr sz="1200" b="0">
                <a:solidFill>
                  <a:srgbClr val="222222"/>
                </a:solidFill>
                <a:latin typeface="Calibri"/>
              </a:rPr>
              <a:t>• r</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h</a:t>
            </a:r>
          </a:p>
          <a:p>
            <a:r>
              <a:rPr sz="1200" b="0">
                <a:solidFill>
                  <a:srgbClr val="222222"/>
                </a:solidFill>
                <a:latin typeface="Calibri"/>
              </a:rPr>
              <a:t>• a</a:t>
            </a:r>
          </a:p>
          <a:p>
            <a:r>
              <a:rPr sz="1200" b="0">
                <a:solidFill>
                  <a:srgbClr val="222222"/>
                </a:solidFill>
                <a:latin typeface="Calibri"/>
              </a:rPr>
              <a:t>• r</a:t>
            </a:r>
          </a:p>
          <a:p>
            <a:r>
              <a:rPr sz="1200" b="0">
                <a:solidFill>
                  <a:srgbClr val="222222"/>
                </a:solidFill>
                <a:latin typeface="Calibri"/>
              </a:rPr>
              <a:t>• d</a:t>
            </a:r>
          </a:p>
          <a:p>
            <a:r>
              <a:rPr sz="1200" b="0">
                <a:solidFill>
                  <a:srgbClr val="222222"/>
                </a:solidFill>
                <a:latin typeface="Calibri"/>
              </a:rPr>
              <a:t>• w</a:t>
            </a:r>
          </a:p>
          <a:p>
            <a:r>
              <a:rPr sz="1200" b="0">
                <a:solidFill>
                  <a:srgbClr val="222222"/>
                </a:solidFill>
                <a:latin typeface="Calibri"/>
              </a:rPr>
              <a:t>• a</a:t>
            </a:r>
          </a:p>
          <a:p>
            <a:r>
              <a:rPr sz="1200" b="0">
                <a:solidFill>
                  <a:srgbClr val="222222"/>
                </a:solidFill>
                <a:latin typeface="Calibri"/>
              </a:rPr>
              <a:t>• r</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a</a:t>
            </a:r>
          </a:p>
          <a:p>
            <a:r>
              <a:rPr sz="1200" b="0">
                <a:solidFill>
                  <a:srgbClr val="222222"/>
                </a:solidFill>
                <a:latin typeface="Calibri"/>
              </a:rPr>
              <a:t>• g</a:t>
            </a:r>
          </a:p>
          <a:p>
            <a:r>
              <a:rPr sz="1200" b="0">
                <a:solidFill>
                  <a:srgbClr val="222222"/>
                </a:solidFill>
                <a:latin typeface="Calibri"/>
              </a:rPr>
              <a:t>• a</a:t>
            </a:r>
          </a:p>
          <a:p>
            <a:r>
              <a:rPr sz="1200" b="0">
                <a:solidFill>
                  <a:srgbClr val="222222"/>
                </a:solidFill>
                <a:latin typeface="Calibri"/>
              </a:rPr>
              <a:t>• i</a:t>
            </a:r>
          </a:p>
          <a:p>
            <a:r>
              <a:rPr sz="1200" b="0">
                <a:solidFill>
                  <a:srgbClr val="222222"/>
                </a:solidFill>
                <a:latin typeface="Calibri"/>
              </a:rPr>
              <a:t>• n</a:t>
            </a:r>
          </a:p>
          <a:p>
            <a:r>
              <a:rPr sz="1200" b="0">
                <a:solidFill>
                  <a:srgbClr val="222222"/>
                </a:solidFill>
                <a:latin typeface="Calibri"/>
              </a:rPr>
              <a:t>• s</a:t>
            </a:r>
          </a:p>
          <a:p>
            <a:r>
              <a:rPr sz="1200" b="0">
                <a:solidFill>
                  <a:srgbClr val="222222"/>
                </a:solidFill>
                <a:latin typeface="Calibri"/>
              </a:rPr>
              <a:t>• t</a:t>
            </a:r>
          </a:p>
          <a:p>
            <a:r>
              <a:rPr sz="1200" b="0">
                <a:solidFill>
                  <a:srgbClr val="222222"/>
                </a:solidFill>
                <a:latin typeface="Calibri"/>
              </a:rPr>
              <a:t>•  </a:t>
            </a:r>
          </a:p>
          <a:p>
            <a:r>
              <a:rPr sz="1200" b="0">
                <a:solidFill>
                  <a:srgbClr val="222222"/>
                </a:solidFill>
                <a:latin typeface="Calibri"/>
              </a:rPr>
              <a:t>• e</a:t>
            </a:r>
          </a:p>
          <a:p>
            <a:r>
              <a:rPr sz="1200" b="0">
                <a:solidFill>
                  <a:srgbClr val="222222"/>
                </a:solidFill>
                <a:latin typeface="Calibri"/>
              </a:rPr>
              <a:t>• l</a:t>
            </a:r>
          </a:p>
          <a:p>
            <a:r>
              <a:rPr sz="1200" b="0">
                <a:solidFill>
                  <a:srgbClr val="222222"/>
                </a:solidFill>
                <a:latin typeface="Calibri"/>
              </a:rPr>
              <a:t>• e</a:t>
            </a:r>
          </a:p>
          <a:p>
            <a:r>
              <a:rPr sz="1200" b="0">
                <a:solidFill>
                  <a:srgbClr val="222222"/>
                </a:solidFill>
                <a:latin typeface="Calibri"/>
              </a:rPr>
              <a:t>• c</a:t>
            </a:r>
          </a:p>
          <a:p>
            <a:r>
              <a:rPr sz="1200" b="0">
                <a:solidFill>
                  <a:srgbClr val="222222"/>
                </a:solidFill>
                <a:latin typeface="Calibri"/>
              </a:rPr>
              <a:t>• t</a:t>
            </a:r>
          </a:p>
          <a:p>
            <a:r>
              <a:rPr sz="1200" b="0">
                <a:solidFill>
                  <a:srgbClr val="222222"/>
                </a:solidFill>
                <a:latin typeface="Calibri"/>
              </a:rPr>
              <a:t>• r</a:t>
            </a:r>
          </a:p>
          <a:p>
            <a:r>
              <a:rPr sz="1200" b="0">
                <a:solidFill>
                  <a:srgbClr val="222222"/>
                </a:solidFill>
                <a:latin typeface="Calibri"/>
              </a:rPr>
              <a:t>• i</a:t>
            </a:r>
          </a:p>
          <a:p>
            <a:r>
              <a:rPr sz="1200" b="0">
                <a:solidFill>
                  <a:srgbClr val="222222"/>
                </a:solidFill>
                <a:latin typeface="Calibri"/>
              </a:rPr>
              <a:t>• c</a:t>
            </a:r>
          </a:p>
          <a:p>
            <a:r>
              <a:rPr sz="1200" b="0">
                <a:solidFill>
                  <a:srgbClr val="222222"/>
                </a:solidFill>
                <a:latin typeface="Calibri"/>
              </a:rPr>
              <a:t>• a</a:t>
            </a:r>
          </a:p>
          <a:p>
            <a:r>
              <a:rPr sz="1200" b="0">
                <a:solidFill>
                  <a:srgbClr val="222222"/>
                </a:solidFill>
                <a:latin typeface="Calibri"/>
              </a:rPr>
              <a:t>• l</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u</a:t>
            </a:r>
          </a:p>
          <a:p>
            <a:r>
              <a:rPr sz="1200" b="0">
                <a:solidFill>
                  <a:srgbClr val="222222"/>
                </a:solidFill>
                <a:latin typeface="Calibri"/>
              </a:rPr>
              <a:t>• r</a:t>
            </a:r>
          </a:p>
          <a:p>
            <a:r>
              <a:rPr sz="1200" b="0">
                <a:solidFill>
                  <a:srgbClr val="222222"/>
                </a:solidFill>
                <a:latin typeface="Calibri"/>
              </a:rPr>
              <a:t>• g</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e</a:t>
            </a:r>
          </a:p>
          <a:p>
            <a:r>
              <a:rPr sz="1200" b="0">
                <a:solidFill>
                  <a:srgbClr val="222222"/>
                </a:solidFill>
                <a:latin typeface="Calibri"/>
              </a:rPr>
              <a:t>• n</a:t>
            </a:r>
          </a:p>
          <a:p>
            <a:r>
              <a:rPr sz="1200" b="0">
                <a:solidFill>
                  <a:srgbClr val="222222"/>
                </a:solidFill>
                <a:latin typeface="Calibri"/>
              </a:rPr>
              <a:t>• s</a:t>
            </a:r>
          </a:p>
          <a:p>
            <a:r>
              <a:rPr sz="1200" b="0">
                <a:solidFill>
                  <a:srgbClr val="222222"/>
                </a:solidFill>
                <a:latin typeface="Calibri"/>
              </a:rPr>
              <a:t>• u</a:t>
            </a:r>
          </a:p>
          <a:p>
            <a:r>
              <a:rPr sz="1200" b="0">
                <a:solidFill>
                  <a:srgbClr val="222222"/>
                </a:solidFill>
                <a:latin typeface="Calibri"/>
              </a:rPr>
              <a:t>• r</a:t>
            </a:r>
          </a:p>
          <a:p>
            <a:r>
              <a:rPr sz="1200" b="0">
                <a:solidFill>
                  <a:srgbClr val="222222"/>
                </a:solidFill>
                <a:latin typeface="Calibri"/>
              </a:rPr>
              <a:t>• i</a:t>
            </a:r>
          </a:p>
          <a:p>
            <a:r>
              <a:rPr sz="1200" b="0">
                <a:solidFill>
                  <a:srgbClr val="222222"/>
                </a:solidFill>
                <a:latin typeface="Calibri"/>
              </a:rPr>
              <a:t>• n</a:t>
            </a:r>
          </a:p>
          <a:p>
            <a:r>
              <a:rPr sz="1200" b="0">
                <a:solidFill>
                  <a:srgbClr val="222222"/>
                </a:solidFill>
                <a:latin typeface="Calibri"/>
              </a:rPr>
              <a:t>• g</a:t>
            </a:r>
          </a:p>
          <a:p>
            <a:r>
              <a:rPr sz="1200" b="0">
                <a:solidFill>
                  <a:srgbClr val="222222"/>
                </a:solidFill>
                <a:latin typeface="Calibri"/>
              </a:rPr>
              <a:t>•  </a:t>
            </a:r>
          </a:p>
          <a:p>
            <a:r>
              <a:rPr sz="1200" b="0">
                <a:solidFill>
                  <a:srgbClr val="222222"/>
                </a:solidFill>
                <a:latin typeface="Calibri"/>
              </a:rPr>
              <a:t>• b</a:t>
            </a:r>
          </a:p>
          <a:p>
            <a:r>
              <a:rPr sz="1200" b="0">
                <a:solidFill>
                  <a:srgbClr val="222222"/>
                </a:solidFill>
                <a:latin typeface="Calibri"/>
              </a:rPr>
              <a:t>• u</a:t>
            </a:r>
          </a:p>
          <a:p>
            <a:r>
              <a:rPr sz="1200" b="0">
                <a:solidFill>
                  <a:srgbClr val="222222"/>
                </a:solidFill>
                <a:latin typeface="Calibri"/>
              </a:rPr>
              <a:t>• s</a:t>
            </a:r>
          </a:p>
          <a:p>
            <a:r>
              <a:rPr sz="1200" b="0">
                <a:solidFill>
                  <a:srgbClr val="222222"/>
                </a:solidFill>
                <a:latin typeface="Calibri"/>
              </a:rPr>
              <a:t>• i</a:t>
            </a:r>
          </a:p>
          <a:p>
            <a:r>
              <a:rPr sz="1200" b="0">
                <a:solidFill>
                  <a:srgbClr val="222222"/>
                </a:solidFill>
                <a:latin typeface="Calibri"/>
              </a:rPr>
              <a:t>• n</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c</a:t>
            </a:r>
          </a:p>
          <a:p>
            <a:r>
              <a:rPr sz="1200" b="0">
                <a:solidFill>
                  <a:srgbClr val="222222"/>
                </a:solidFill>
                <a:latin typeface="Calibri"/>
              </a:rPr>
              <a:t>• o</a:t>
            </a:r>
          </a:p>
          <a:p>
            <a:r>
              <a:rPr sz="1200" b="0">
                <a:solidFill>
                  <a:srgbClr val="222222"/>
                </a:solidFill>
                <a:latin typeface="Calibri"/>
              </a:rPr>
              <a:t>• n</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n</a:t>
            </a:r>
          </a:p>
          <a:p>
            <a:r>
              <a:rPr sz="1200" b="0">
                <a:solidFill>
                  <a:srgbClr val="222222"/>
                </a:solidFill>
                <a:latin typeface="Calibri"/>
              </a:rPr>
              <a:t>• u</a:t>
            </a:r>
          </a:p>
          <a:p>
            <a:r>
              <a:rPr sz="1200" b="0">
                <a:solidFill>
                  <a:srgbClr val="222222"/>
                </a:solidFill>
                <a:latin typeface="Calibri"/>
              </a:rPr>
              <a:t>• i</a:t>
            </a:r>
          </a:p>
          <a:p>
            <a:r>
              <a:rPr sz="1200" b="0">
                <a:solidFill>
                  <a:srgbClr val="222222"/>
                </a:solidFill>
                <a:latin typeface="Calibri"/>
              </a:rPr>
              <a:t>• t</a:t>
            </a:r>
          </a:p>
          <a:p>
            <a:r>
              <a:rPr sz="1200" b="0">
                <a:solidFill>
                  <a:srgbClr val="222222"/>
                </a:solidFill>
                <a:latin typeface="Calibri"/>
              </a:rPr>
              <a:t>• y</a:t>
            </a:r>
          </a:p>
          <a:p>
            <a:r>
              <a:rPr sz="1200" b="0">
                <a:solidFill>
                  <a:srgbClr val="222222"/>
                </a:solidFill>
                <a:latin typeface="Calibri"/>
              </a:rPr>
              <a:t>• .</a:t>
            </a:r>
          </a:p>
          <a:p>
            <a:r>
              <a:rPr sz="1200" b="0">
                <a:solidFill>
                  <a:srgbClr val="222222"/>
                </a:solidFill>
                <a:latin typeface="Calibri"/>
              </a:rPr>
              <a:t>• </a:t>
            </a:r>
            <a:br/>
          </a:p>
          <a:p>
            <a:r>
              <a:rPr sz="1200" b="0">
                <a:solidFill>
                  <a:srgbClr val="222222"/>
                </a:solidFill>
                <a:latin typeface="Calibri"/>
              </a:rPr>
              <a:t>• </a:t>
            </a:r>
            <a:br/>
          </a:p>
          <a:p>
            <a:r>
              <a:rPr sz="1200" b="0">
                <a:solidFill>
                  <a:srgbClr val="222222"/>
                </a:solidFill>
                <a:latin typeface="Calibri"/>
              </a:rPr>
              <a:t>• 4</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g</a:t>
            </a:r>
          </a:p>
          <a:p>
            <a:r>
              <a:rPr sz="1200" b="0">
                <a:solidFill>
                  <a:srgbClr val="222222"/>
                </a:solidFill>
                <a:latin typeface="Calibri"/>
              </a:rPr>
              <a:t>• o</a:t>
            </a:r>
          </a:p>
          <a:p>
            <a:r>
              <a:rPr sz="1200" b="0">
                <a:solidFill>
                  <a:srgbClr val="222222"/>
                </a:solidFill>
                <a:latin typeface="Calibri"/>
              </a:rPr>
              <a:t>• n</a:t>
            </a:r>
          </a:p>
          <a:p>
            <a:r>
              <a:rPr sz="1200" b="0">
                <a:solidFill>
                  <a:srgbClr val="222222"/>
                </a:solidFill>
                <a:latin typeface="Calibri"/>
              </a:rPr>
              <a:t>• o</a:t>
            </a:r>
          </a:p>
          <a:p>
            <a:r>
              <a:rPr sz="1200" b="0">
                <a:solidFill>
                  <a:srgbClr val="222222"/>
                </a:solidFill>
                <a:latin typeface="Calibri"/>
              </a:rPr>
              <a:t>• m</a:t>
            </a:r>
          </a:p>
          <a:p>
            <a:r>
              <a:rPr sz="1200" b="0">
                <a:solidFill>
                  <a:srgbClr val="222222"/>
                </a:solidFill>
                <a:latin typeface="Calibri"/>
              </a:rPr>
              <a:t>• i</a:t>
            </a:r>
          </a:p>
          <a:p>
            <a:r>
              <a:rPr sz="1200" b="0">
                <a:solidFill>
                  <a:srgbClr val="222222"/>
                </a:solidFill>
                <a:latin typeface="Calibri"/>
              </a:rPr>
              <a:t>• c</a:t>
            </a:r>
          </a:p>
          <a:p>
            <a:r>
              <a:rPr sz="1200" b="0">
                <a:solidFill>
                  <a:srgbClr val="222222"/>
                </a:solidFill>
                <a:latin typeface="Calibri"/>
              </a:rPr>
              <a:t>•  </a:t>
            </a:r>
          </a:p>
          <a:p>
            <a:r>
              <a:rPr sz="1200" b="0">
                <a:solidFill>
                  <a:srgbClr val="222222"/>
                </a:solidFill>
                <a:latin typeface="Calibri"/>
              </a:rPr>
              <a:t>• E</a:t>
            </a:r>
          </a:p>
          <a:p>
            <a:r>
              <a:rPr sz="1200" b="0">
                <a:solidFill>
                  <a:srgbClr val="222222"/>
                </a:solidFill>
                <a:latin typeface="Calibri"/>
              </a:rPr>
              <a:t>• n</a:t>
            </a:r>
          </a:p>
          <a:p>
            <a:r>
              <a:rPr sz="1200" b="0">
                <a:solidFill>
                  <a:srgbClr val="222222"/>
                </a:solidFill>
                <a:latin typeface="Calibri"/>
              </a:rPr>
              <a:t>• h</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c</a:t>
            </a:r>
          </a:p>
          <a:p>
            <a:r>
              <a:rPr sz="1200" b="0">
                <a:solidFill>
                  <a:srgbClr val="222222"/>
                </a:solidFill>
                <a:latin typeface="Calibri"/>
              </a:rPr>
              <a:t>• e</a:t>
            </a:r>
          </a:p>
          <a:p>
            <a:r>
              <a:rPr sz="1200" b="0">
                <a:solidFill>
                  <a:srgbClr val="222222"/>
                </a:solidFill>
                <a:latin typeface="Calibri"/>
              </a:rPr>
              <a:t>• m</a:t>
            </a:r>
          </a:p>
          <a:p>
            <a:r>
              <a:rPr sz="1200" b="0">
                <a:solidFill>
                  <a:srgbClr val="222222"/>
                </a:solidFill>
                <a:latin typeface="Calibri"/>
              </a:rPr>
              <a:t>• e</a:t>
            </a:r>
          </a:p>
          <a:p>
            <a:r>
              <a:rPr sz="1200" b="0">
                <a:solidFill>
                  <a:srgbClr val="222222"/>
                </a:solidFill>
                <a:latin typeface="Calibri"/>
              </a:rPr>
              <a:t>• n</a:t>
            </a:r>
          </a:p>
          <a:p>
            <a:r>
              <a:rPr sz="1200" b="0">
                <a:solidFill>
                  <a:srgbClr val="222222"/>
                </a:solidFill>
                <a:latin typeface="Calibri"/>
              </a:rPr>
              <a:t>• t</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b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L</a:t>
            </a:r>
          </a:p>
          <a:p>
            <a:r>
              <a:rPr sz="1200" b="0">
                <a:solidFill>
                  <a:srgbClr val="222222"/>
                </a:solidFill>
                <a:latin typeface="Calibri"/>
              </a:rPr>
              <a:t>• a</a:t>
            </a:r>
          </a:p>
          <a:p>
            <a:r>
              <a:rPr sz="1200" b="0">
                <a:solidFill>
                  <a:srgbClr val="222222"/>
                </a:solidFill>
                <a:latin typeface="Calibri"/>
              </a:rPr>
              <a:t>• p</a:t>
            </a:r>
          </a:p>
          <a:p>
            <a:r>
              <a:rPr sz="1200" b="0">
                <a:solidFill>
                  <a:srgbClr val="222222"/>
                </a:solidFill>
                <a:latin typeface="Calibri"/>
              </a:rPr>
              <a:t>• t</a:t>
            </a:r>
          </a:p>
          <a:p>
            <a:r>
              <a:rPr sz="1200" b="0">
                <a:solidFill>
                  <a:srgbClr val="222222"/>
                </a:solidFill>
                <a:latin typeface="Calibri"/>
              </a:rPr>
              <a:t>• o</a:t>
            </a:r>
          </a:p>
          <a:p>
            <a:r>
              <a:rPr sz="1200" b="0">
                <a:solidFill>
                  <a:srgbClr val="222222"/>
                </a:solidFill>
                <a:latin typeface="Calibri"/>
              </a:rPr>
              <a:t>• p</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t</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F</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b</a:t>
            </a:r>
          </a:p>
          <a:p>
            <a:r>
              <a:rPr sz="1200" b="0">
                <a:solidFill>
                  <a:srgbClr val="222222"/>
                </a:solidFill>
                <a:latin typeface="Calibri"/>
              </a:rPr>
              <a:t>• e</a:t>
            </a:r>
          </a:p>
          <a:p>
            <a:r>
              <a:rPr sz="1200" b="0">
                <a:solidFill>
                  <a:srgbClr val="222222"/>
                </a:solidFill>
                <a:latin typeface="Calibri"/>
              </a:rPr>
              <a:t>• t</a:t>
            </a:r>
          </a:p>
          <a:p>
            <a:r>
              <a:rPr sz="1200" b="0">
                <a:solidFill>
                  <a:srgbClr val="222222"/>
                </a:solidFill>
                <a:latin typeface="Calibri"/>
              </a:rPr>
              <a:t>• t</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p</a:t>
            </a:r>
          </a:p>
          <a:p>
            <a:r>
              <a:rPr sz="1200" b="0">
                <a:solidFill>
                  <a:srgbClr val="222222"/>
                </a:solidFill>
                <a:latin typeface="Calibri"/>
              </a:rPr>
              <a:t>• o</a:t>
            </a:r>
          </a:p>
          <a:p>
            <a:r>
              <a:rPr sz="1200" b="0">
                <a:solidFill>
                  <a:srgbClr val="222222"/>
                </a:solidFill>
                <a:latin typeface="Calibri"/>
              </a:rPr>
              <a:t>• s</a:t>
            </a:r>
          </a:p>
          <a:p>
            <a:r>
              <a:rPr sz="1200" b="0">
                <a:solidFill>
                  <a:srgbClr val="222222"/>
                </a:solidFill>
                <a:latin typeface="Calibri"/>
              </a:rPr>
              <a:t>• t</a:t>
            </a:r>
          </a:p>
          <a:p>
            <a:r>
              <a:rPr sz="1200" b="0">
                <a:solidFill>
                  <a:srgbClr val="222222"/>
                </a:solidFill>
                <a:latin typeface="Calibri"/>
              </a:rPr>
              <a:t>• u</a:t>
            </a:r>
          </a:p>
          <a:p>
            <a:r>
              <a:rPr sz="1200" b="0">
                <a:solidFill>
                  <a:srgbClr val="222222"/>
                </a:solidFill>
                <a:latin typeface="Calibri"/>
              </a:rPr>
              <a:t>• r</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g</a:t>
            </a:r>
          </a:p>
          <a:p>
            <a:r>
              <a:rPr sz="1200" b="0">
                <a:solidFill>
                  <a:srgbClr val="222222"/>
                </a:solidFill>
                <a:latin typeface="Calibri"/>
              </a:rPr>
              <a:t>• o</a:t>
            </a:r>
          </a:p>
          <a:p>
            <a:r>
              <a:rPr sz="1200" b="0">
                <a:solidFill>
                  <a:srgbClr val="222222"/>
                </a:solidFill>
                <a:latin typeface="Calibri"/>
              </a:rPr>
              <a:t>• n</a:t>
            </a:r>
          </a:p>
          <a:p>
            <a:r>
              <a:rPr sz="1200" b="0">
                <a:solidFill>
                  <a:srgbClr val="222222"/>
                </a:solidFill>
                <a:latin typeface="Calibri"/>
              </a:rPr>
              <a:t>• o</a:t>
            </a:r>
          </a:p>
          <a:p>
            <a:r>
              <a:rPr sz="1200" b="0">
                <a:solidFill>
                  <a:srgbClr val="222222"/>
                </a:solidFill>
                <a:latin typeface="Calibri"/>
              </a:rPr>
              <a:t>• m</a:t>
            </a:r>
          </a:p>
          <a:p>
            <a:r>
              <a:rPr sz="1200" b="0">
                <a:solidFill>
                  <a:srgbClr val="222222"/>
                </a:solidFill>
                <a:latin typeface="Calibri"/>
              </a:rPr>
              <a:t>• i</a:t>
            </a:r>
          </a:p>
          <a:p>
            <a:r>
              <a:rPr sz="1200" b="0">
                <a:solidFill>
                  <a:srgbClr val="222222"/>
                </a:solidFill>
                <a:latin typeface="Calibri"/>
              </a:rPr>
              <a:t>• c</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a:t>
            </a:r>
            <a:b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E</a:t>
            </a:r>
          </a:p>
          <a:p>
            <a:r>
              <a:rPr sz="1200" b="0">
                <a:solidFill>
                  <a:srgbClr val="222222"/>
                </a:solidFill>
                <a:latin typeface="Calibri"/>
              </a:rPr>
              <a:t>• x</a:t>
            </a:r>
          </a:p>
          <a:p>
            <a:r>
              <a:rPr sz="1200" b="0">
                <a:solidFill>
                  <a:srgbClr val="222222"/>
                </a:solidFill>
                <a:latin typeface="Calibri"/>
              </a:rPr>
              <a:t>• t</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n</a:t>
            </a:r>
          </a:p>
          <a:p>
            <a:r>
              <a:rPr sz="1200" b="0">
                <a:solidFill>
                  <a:srgbClr val="222222"/>
                </a:solidFill>
                <a:latin typeface="Calibri"/>
              </a:rPr>
              <a:t>• a</a:t>
            </a:r>
          </a:p>
          <a:p>
            <a:r>
              <a:rPr sz="1200" b="0">
                <a:solidFill>
                  <a:srgbClr val="222222"/>
                </a:solidFill>
                <a:latin typeface="Calibri"/>
              </a:rPr>
              <a:t>• l</a:t>
            </a:r>
          </a:p>
          <a:p>
            <a:r>
              <a:rPr sz="1200" b="0">
                <a:solidFill>
                  <a:srgbClr val="222222"/>
                </a:solidFill>
                <a:latin typeface="Calibri"/>
              </a:rPr>
              <a:t>•  </a:t>
            </a:r>
          </a:p>
          <a:p>
            <a:r>
              <a:rPr sz="1200" b="0">
                <a:solidFill>
                  <a:srgbClr val="222222"/>
                </a:solidFill>
                <a:latin typeface="Calibri"/>
              </a:rPr>
              <a:t>• K</a:t>
            </a:r>
          </a:p>
          <a:p>
            <a:r>
              <a:rPr sz="1200" b="0">
                <a:solidFill>
                  <a:srgbClr val="222222"/>
                </a:solidFill>
                <a:latin typeface="Calibri"/>
              </a:rPr>
              <a:t>• e</a:t>
            </a:r>
          </a:p>
          <a:p>
            <a:r>
              <a:rPr sz="1200" b="0">
                <a:solidFill>
                  <a:srgbClr val="222222"/>
                </a:solidFill>
                <a:latin typeface="Calibri"/>
              </a:rPr>
              <a:t>• y</a:t>
            </a:r>
          </a:p>
          <a:p>
            <a:r>
              <a:rPr sz="1200" b="0">
                <a:solidFill>
                  <a:srgbClr val="222222"/>
                </a:solidFill>
                <a:latin typeface="Calibri"/>
              </a:rPr>
              <a:t>• b</a:t>
            </a:r>
          </a:p>
          <a:p>
            <a:r>
              <a:rPr sz="1200" b="0">
                <a:solidFill>
                  <a:srgbClr val="222222"/>
                </a:solidFill>
                <a:latin typeface="Calibri"/>
              </a:rPr>
              <a:t>• o</a:t>
            </a:r>
          </a:p>
          <a:p>
            <a:r>
              <a:rPr sz="1200" b="0">
                <a:solidFill>
                  <a:srgbClr val="222222"/>
                </a:solidFill>
                <a:latin typeface="Calibri"/>
              </a:rPr>
              <a:t>• a</a:t>
            </a:r>
          </a:p>
          <a:p>
            <a:r>
              <a:rPr sz="1200" b="0">
                <a:solidFill>
                  <a:srgbClr val="222222"/>
                </a:solidFill>
                <a:latin typeface="Calibri"/>
              </a:rPr>
              <a:t>• r</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M</a:t>
            </a:r>
          </a:p>
          <a:p>
            <a:r>
              <a:rPr sz="1200" b="0">
                <a:solidFill>
                  <a:srgbClr val="222222"/>
                </a:solidFill>
                <a:latin typeface="Calibri"/>
              </a:rPr>
              <a:t>• o</a:t>
            </a:r>
          </a:p>
          <a:p>
            <a:r>
              <a:rPr sz="1200" b="0">
                <a:solidFill>
                  <a:srgbClr val="222222"/>
                </a:solidFill>
                <a:latin typeface="Calibri"/>
              </a:rPr>
              <a:t>• u</a:t>
            </a:r>
          </a:p>
          <a:p>
            <a:r>
              <a:rPr sz="1200" b="0">
                <a:solidFill>
                  <a:srgbClr val="222222"/>
                </a:solidFill>
                <a:latin typeface="Calibri"/>
              </a:rPr>
              <a:t>• s</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W</a:t>
            </a:r>
          </a:p>
          <a:p>
            <a:r>
              <a:rPr sz="1200" b="0">
                <a:solidFill>
                  <a:srgbClr val="222222"/>
                </a:solidFill>
                <a:latin typeface="Calibri"/>
              </a:rPr>
              <a:t>• i</a:t>
            </a:r>
          </a:p>
          <a:p>
            <a:r>
              <a:rPr sz="1200" b="0">
                <a:solidFill>
                  <a:srgbClr val="222222"/>
                </a:solidFill>
                <a:latin typeface="Calibri"/>
              </a:rPr>
              <a:t>• l</a:t>
            </a:r>
          </a:p>
          <a:p>
            <a:r>
              <a:rPr sz="1200" b="0">
                <a:solidFill>
                  <a:srgbClr val="222222"/>
                </a:solidFill>
                <a:latin typeface="Calibri"/>
              </a:rPr>
              <a:t>• l</a:t>
            </a:r>
          </a:p>
          <a:p>
            <a:r>
              <a:rPr sz="1200" b="0">
                <a:solidFill>
                  <a:srgbClr val="222222"/>
                </a:solidFill>
                <a:latin typeface="Calibri"/>
              </a:rPr>
              <a:t>•  </a:t>
            </a:r>
          </a:p>
          <a:p>
            <a:r>
              <a:rPr sz="1200" b="0">
                <a:solidFill>
                  <a:srgbClr val="222222"/>
                </a:solidFill>
                <a:latin typeface="Calibri"/>
              </a:rPr>
              <a:t>• e</a:t>
            </a:r>
          </a:p>
          <a:p>
            <a:r>
              <a:rPr sz="1200" b="0">
                <a:solidFill>
                  <a:srgbClr val="222222"/>
                </a:solidFill>
                <a:latin typeface="Calibri"/>
              </a:rPr>
              <a:t>• n</a:t>
            </a:r>
          </a:p>
          <a:p>
            <a:r>
              <a:rPr sz="1200" b="0">
                <a:solidFill>
                  <a:srgbClr val="222222"/>
                </a:solidFill>
                <a:latin typeface="Calibri"/>
              </a:rPr>
              <a:t>• h</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c</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t</a:t>
            </a:r>
          </a:p>
          <a:p>
            <a:r>
              <a:rPr sz="1200" b="0">
                <a:solidFill>
                  <a:srgbClr val="222222"/>
                </a:solidFill>
                <a:latin typeface="Calibri"/>
              </a:rPr>
              <a:t>• h</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g</a:t>
            </a:r>
          </a:p>
          <a:p>
            <a:r>
              <a:rPr sz="1200" b="0">
                <a:solidFill>
                  <a:srgbClr val="222222"/>
                </a:solidFill>
                <a:latin typeface="Calibri"/>
              </a:rPr>
              <a:t>• o</a:t>
            </a:r>
          </a:p>
          <a:p>
            <a:r>
              <a:rPr sz="1200" b="0">
                <a:solidFill>
                  <a:srgbClr val="222222"/>
                </a:solidFill>
                <a:latin typeface="Calibri"/>
              </a:rPr>
              <a:t>• n</a:t>
            </a:r>
          </a:p>
          <a:p>
            <a:r>
              <a:rPr sz="1200" b="0">
                <a:solidFill>
                  <a:srgbClr val="222222"/>
                </a:solidFill>
                <a:latin typeface="Calibri"/>
              </a:rPr>
              <a:t>• o</a:t>
            </a:r>
          </a:p>
          <a:p>
            <a:r>
              <a:rPr sz="1200" b="0">
                <a:solidFill>
                  <a:srgbClr val="222222"/>
                </a:solidFill>
                <a:latin typeface="Calibri"/>
              </a:rPr>
              <a:t>• m</a:t>
            </a:r>
          </a:p>
          <a:p>
            <a:r>
              <a:rPr sz="1200" b="0">
                <a:solidFill>
                  <a:srgbClr val="222222"/>
                </a:solidFill>
                <a:latin typeface="Calibri"/>
              </a:rPr>
              <a:t>• i</a:t>
            </a:r>
          </a:p>
          <a:p>
            <a:r>
              <a:rPr sz="1200" b="0">
                <a:solidFill>
                  <a:srgbClr val="222222"/>
                </a:solidFill>
                <a:latin typeface="Calibri"/>
              </a:rPr>
              <a:t>• c</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e</a:t>
            </a:r>
          </a:p>
          <a:p>
            <a:r>
              <a:rPr sz="1200" b="0">
                <a:solidFill>
                  <a:srgbClr val="222222"/>
                </a:solidFill>
                <a:latin typeface="Calibri"/>
              </a:rPr>
              <a:t>• t</a:t>
            </a:r>
          </a:p>
          <a:p>
            <a:r>
              <a:rPr sz="1200" b="0">
                <a:solidFill>
                  <a:srgbClr val="222222"/>
                </a:solidFill>
                <a:latin typeface="Calibri"/>
              </a:rPr>
              <a:t>• u</a:t>
            </a:r>
          </a:p>
          <a:p>
            <a:r>
              <a:rPr sz="1200" b="0">
                <a:solidFill>
                  <a:srgbClr val="222222"/>
                </a:solidFill>
                <a:latin typeface="Calibri"/>
              </a:rPr>
              <a:t>• p</a:t>
            </a:r>
          </a:p>
          <a:p>
            <a:r>
              <a:rPr sz="1200" b="0">
                <a:solidFill>
                  <a:srgbClr val="222222"/>
                </a:solidFill>
                <a:latin typeface="Calibri"/>
              </a:rPr>
              <a:t>•  </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i</a:t>
            </a:r>
          </a:p>
          <a:p>
            <a:r>
              <a:rPr sz="1200" b="0">
                <a:solidFill>
                  <a:srgbClr val="222222"/>
                </a:solidFill>
                <a:latin typeface="Calibri"/>
              </a:rPr>
              <a:t>• m</a:t>
            </a:r>
          </a:p>
          <a:p>
            <a:r>
              <a:rPr sz="1200" b="0">
                <a:solidFill>
                  <a:srgbClr val="222222"/>
                </a:solidFill>
                <a:latin typeface="Calibri"/>
              </a:rPr>
              <a:t>• p</a:t>
            </a:r>
          </a:p>
          <a:p>
            <a:r>
              <a:rPr sz="1200" b="0">
                <a:solidFill>
                  <a:srgbClr val="222222"/>
                </a:solidFill>
                <a:latin typeface="Calibri"/>
              </a:rPr>
              <a:t>• r</a:t>
            </a:r>
          </a:p>
          <a:p>
            <a:r>
              <a:rPr sz="1200" b="0">
                <a:solidFill>
                  <a:srgbClr val="222222"/>
                </a:solidFill>
                <a:latin typeface="Calibri"/>
              </a:rPr>
              <a:t>• o</a:t>
            </a:r>
          </a:p>
          <a:p>
            <a:r>
              <a:rPr sz="1200" b="0">
                <a:solidFill>
                  <a:srgbClr val="222222"/>
                </a:solidFill>
                <a:latin typeface="Calibri"/>
              </a:rPr>
              <a:t>• v</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p</a:t>
            </a:r>
          </a:p>
          <a:p>
            <a:r>
              <a:rPr sz="1200" b="0">
                <a:solidFill>
                  <a:srgbClr val="222222"/>
                </a:solidFill>
                <a:latin typeface="Calibri"/>
              </a:rPr>
              <a:t>• r</a:t>
            </a:r>
          </a:p>
          <a:p>
            <a:r>
              <a:rPr sz="1200" b="0">
                <a:solidFill>
                  <a:srgbClr val="222222"/>
                </a:solidFill>
                <a:latin typeface="Calibri"/>
              </a:rPr>
              <a:t>• o</a:t>
            </a:r>
          </a:p>
          <a:p>
            <a:r>
              <a:rPr sz="1200" b="0">
                <a:solidFill>
                  <a:srgbClr val="222222"/>
                </a:solidFill>
                <a:latin typeface="Calibri"/>
              </a:rPr>
              <a:t>• d</a:t>
            </a:r>
          </a:p>
          <a:p>
            <a:r>
              <a:rPr sz="1200" b="0">
                <a:solidFill>
                  <a:srgbClr val="222222"/>
                </a:solidFill>
                <a:latin typeface="Calibri"/>
              </a:rPr>
              <a:t>• u</a:t>
            </a:r>
          </a:p>
          <a:p>
            <a:r>
              <a:rPr sz="1200" b="0">
                <a:solidFill>
                  <a:srgbClr val="222222"/>
                </a:solidFill>
                <a:latin typeface="Calibri"/>
              </a:rPr>
              <a:t>• c</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v</a:t>
            </a:r>
          </a:p>
          <a:p>
            <a:r>
              <a:rPr sz="1200" b="0">
                <a:solidFill>
                  <a:srgbClr val="222222"/>
                </a:solidFill>
                <a:latin typeface="Calibri"/>
              </a:rPr>
              <a:t>• i</a:t>
            </a:r>
          </a:p>
          <a:p>
            <a:r>
              <a:rPr sz="1200" b="0">
                <a:solidFill>
                  <a:srgbClr val="222222"/>
                </a:solidFill>
                <a:latin typeface="Calibri"/>
              </a:rPr>
              <a:t>• t</a:t>
            </a:r>
          </a:p>
          <a:p>
            <a:r>
              <a:rPr sz="1200" b="0">
                <a:solidFill>
                  <a:srgbClr val="222222"/>
                </a:solidFill>
                <a:latin typeface="Calibri"/>
              </a:rPr>
              <a:t>• y</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p</a:t>
            </a:r>
          </a:p>
          <a:p>
            <a:r>
              <a:rPr sz="1200" b="0">
                <a:solidFill>
                  <a:srgbClr val="222222"/>
                </a:solidFill>
                <a:latin typeface="Calibri"/>
              </a:rPr>
              <a:t>• e</a:t>
            </a:r>
          </a:p>
          <a:p>
            <a:r>
              <a:rPr sz="1200" b="0">
                <a:solidFill>
                  <a:srgbClr val="222222"/>
                </a:solidFill>
                <a:latin typeface="Calibri"/>
              </a:rPr>
              <a:t>• c</a:t>
            </a:r>
          </a:p>
          <a:p>
            <a:r>
              <a:rPr sz="1200" b="0">
                <a:solidFill>
                  <a:srgbClr val="222222"/>
                </a:solidFill>
                <a:latin typeface="Calibri"/>
              </a:rPr>
              <a:t>• i</a:t>
            </a:r>
          </a:p>
          <a:p>
            <a:r>
              <a:rPr sz="1200" b="0">
                <a:solidFill>
                  <a:srgbClr val="222222"/>
                </a:solidFill>
                <a:latin typeface="Calibri"/>
              </a:rPr>
              <a:t>• a</a:t>
            </a:r>
          </a:p>
          <a:p>
            <a:r>
              <a:rPr sz="1200" b="0">
                <a:solidFill>
                  <a:srgbClr val="222222"/>
                </a:solidFill>
                <a:latin typeface="Calibri"/>
              </a:rPr>
              <a:t>• l</a:t>
            </a:r>
          </a:p>
          <a:p>
            <a:r>
              <a:rPr sz="1200" b="0">
                <a:solidFill>
                  <a:srgbClr val="222222"/>
                </a:solidFill>
                <a:latin typeface="Calibri"/>
              </a:rPr>
              <a:t>• l</a:t>
            </a:r>
          </a:p>
          <a:p>
            <a:r>
              <a:rPr sz="1200" b="0">
                <a:solidFill>
                  <a:srgbClr val="222222"/>
                </a:solidFill>
                <a:latin typeface="Calibri"/>
              </a:rPr>
              <a:t>• y</a:t>
            </a:r>
          </a:p>
          <a:p>
            <a:r>
              <a:rPr sz="1200" b="0">
                <a:solidFill>
                  <a:srgbClr val="222222"/>
                </a:solidFill>
                <a:latin typeface="Calibri"/>
              </a:rPr>
              <a:t>•  </a:t>
            </a:r>
          </a:p>
          <a:p>
            <a:r>
              <a:rPr sz="1200" b="0">
                <a:solidFill>
                  <a:srgbClr val="222222"/>
                </a:solidFill>
                <a:latin typeface="Calibri"/>
              </a:rPr>
              <a:t>• i</a:t>
            </a:r>
          </a:p>
          <a:p>
            <a:r>
              <a:rPr sz="1200" b="0">
                <a:solidFill>
                  <a:srgbClr val="222222"/>
                </a:solidFill>
                <a:latin typeface="Calibri"/>
              </a:rPr>
              <a:t>• f</a:t>
            </a:r>
          </a:p>
          <a:p>
            <a:r>
              <a:rPr sz="1200" b="0">
                <a:solidFill>
                  <a:srgbClr val="222222"/>
                </a:solidFill>
                <a:latin typeface="Calibri"/>
              </a:rPr>
              <a:t>•  </a:t>
            </a:r>
          </a:p>
          <a:p>
            <a:r>
              <a:rPr sz="1200" b="0">
                <a:solidFill>
                  <a:srgbClr val="222222"/>
                </a:solidFill>
                <a:latin typeface="Calibri"/>
              </a:rPr>
              <a:t>• u</a:t>
            </a:r>
          </a:p>
          <a:p>
            <a:r>
              <a:rPr sz="1200" b="0">
                <a:solidFill>
                  <a:srgbClr val="222222"/>
                </a:solidFill>
                <a:latin typeface="Calibri"/>
              </a:rPr>
              <a:t>• s</a:t>
            </a:r>
          </a:p>
          <a:p>
            <a:r>
              <a:rPr sz="1200" b="0">
                <a:solidFill>
                  <a:srgbClr val="222222"/>
                </a:solidFill>
                <a:latin typeface="Calibri"/>
              </a:rPr>
              <a:t>• e</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f</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l</a:t>
            </a:r>
          </a:p>
          <a:p>
            <a:r>
              <a:rPr sz="1200" b="0">
                <a:solidFill>
                  <a:srgbClr val="222222"/>
                </a:solidFill>
                <a:latin typeface="Calibri"/>
              </a:rPr>
              <a:t>• o</a:t>
            </a:r>
          </a:p>
          <a:p>
            <a:r>
              <a:rPr sz="1200" b="0">
                <a:solidFill>
                  <a:srgbClr val="222222"/>
                </a:solidFill>
                <a:latin typeface="Calibri"/>
              </a:rPr>
              <a:t>• n</a:t>
            </a:r>
          </a:p>
          <a:p>
            <a:r>
              <a:rPr sz="1200" b="0">
                <a:solidFill>
                  <a:srgbClr val="222222"/>
                </a:solidFill>
                <a:latin typeface="Calibri"/>
              </a:rPr>
              <a:t>• g</a:t>
            </a:r>
          </a:p>
          <a:p>
            <a:r>
              <a:rPr sz="1200" b="0">
                <a:solidFill>
                  <a:srgbClr val="222222"/>
                </a:solidFill>
                <a:latin typeface="Calibri"/>
              </a:rPr>
              <a:t>•  </a:t>
            </a:r>
          </a:p>
          <a:p>
            <a:r>
              <a:rPr sz="1200" b="0">
                <a:solidFill>
                  <a:srgbClr val="222222"/>
                </a:solidFill>
                <a:latin typeface="Calibri"/>
              </a:rPr>
              <a:t>• h</a:t>
            </a:r>
          </a:p>
          <a:p>
            <a:r>
              <a:rPr sz="1200" b="0">
                <a:solidFill>
                  <a:srgbClr val="222222"/>
                </a:solidFill>
                <a:latin typeface="Calibri"/>
              </a:rPr>
              <a:t>• o</a:t>
            </a:r>
          </a:p>
          <a:p>
            <a:r>
              <a:rPr sz="1200" b="0">
                <a:solidFill>
                  <a:srgbClr val="222222"/>
                </a:solidFill>
                <a:latin typeface="Calibri"/>
              </a:rPr>
              <a:t>• u</a:t>
            </a:r>
          </a:p>
          <a:p>
            <a:r>
              <a:rPr sz="1200" b="0">
                <a:solidFill>
                  <a:srgbClr val="222222"/>
                </a:solidFill>
                <a:latin typeface="Calibri"/>
              </a:rPr>
              <a:t>• r</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a:t>
            </a:r>
            <a:br/>
          </a:p>
          <a:p>
            <a:r>
              <a:rPr sz="1200" b="0">
                <a:solidFill>
                  <a:srgbClr val="222222"/>
                </a:solidFill>
                <a:latin typeface="Calibri"/>
              </a:rPr>
              <a:t>• </a:t>
            </a:r>
            <a:br/>
          </a:p>
          <a:p>
            <a:r>
              <a:rPr sz="1200" b="0">
                <a:solidFill>
                  <a:srgbClr val="222222"/>
                </a:solidFill>
                <a:latin typeface="Calibri"/>
              </a:rPr>
              <a:t>• 5</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C</a:t>
            </a:r>
          </a:p>
          <a:p>
            <a:r>
              <a:rPr sz="1200" b="0">
                <a:solidFill>
                  <a:srgbClr val="222222"/>
                </a:solidFill>
                <a:latin typeface="Calibri"/>
              </a:rPr>
              <a:t>• l</a:t>
            </a:r>
          </a:p>
          <a:p>
            <a:r>
              <a:rPr sz="1200" b="0">
                <a:solidFill>
                  <a:srgbClr val="222222"/>
                </a:solidFill>
                <a:latin typeface="Calibri"/>
              </a:rPr>
              <a:t>• o</a:t>
            </a:r>
          </a:p>
          <a:p>
            <a:r>
              <a:rPr sz="1200" b="0">
                <a:solidFill>
                  <a:srgbClr val="222222"/>
                </a:solidFill>
                <a:latin typeface="Calibri"/>
              </a:rPr>
              <a:t>• u</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t</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a</a:t>
            </a:r>
          </a:p>
          <a:p>
            <a:r>
              <a:rPr sz="1200" b="0">
                <a:solidFill>
                  <a:srgbClr val="222222"/>
                </a:solidFill>
                <a:latin typeface="Calibri"/>
              </a:rPr>
              <a:t>• g</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o</a:t>
            </a:r>
          </a:p>
          <a:p>
            <a:r>
              <a:rPr sz="1200" b="0">
                <a:solidFill>
                  <a:srgbClr val="222222"/>
                </a:solidFill>
                <a:latin typeface="Calibri"/>
              </a:rPr>
              <a:t>• l</a:t>
            </a:r>
          </a:p>
          <a:p>
            <a:r>
              <a:rPr sz="1200" b="0">
                <a:solidFill>
                  <a:srgbClr val="222222"/>
                </a:solidFill>
                <a:latin typeface="Calibri"/>
              </a:rPr>
              <a:t>• u</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o</a:t>
            </a:r>
          </a:p>
          <a:p>
            <a:r>
              <a:rPr sz="1200" b="0">
                <a:solidFill>
                  <a:srgbClr val="222222"/>
                </a:solidFill>
                <a:latin typeface="Calibri"/>
              </a:rPr>
              <a:t>• n</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b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H</a:t>
            </a:r>
          </a:p>
          <a:p>
            <a:r>
              <a:rPr sz="1200" b="0">
                <a:solidFill>
                  <a:srgbClr val="222222"/>
                </a:solidFill>
                <a:latin typeface="Calibri"/>
              </a:rPr>
              <a:t>• P</a:t>
            </a:r>
          </a:p>
          <a:p>
            <a:r>
              <a:rPr sz="1200" b="0">
                <a:solidFill>
                  <a:srgbClr val="222222"/>
                </a:solidFill>
                <a:latin typeface="Calibri"/>
              </a:rPr>
              <a:t>•  </a:t>
            </a:r>
          </a:p>
          <a:p>
            <a:r>
              <a:rPr sz="1200" b="0">
                <a:solidFill>
                  <a:srgbClr val="222222"/>
                </a:solidFill>
                <a:latin typeface="Calibri"/>
              </a:rPr>
              <a:t>• C</a:t>
            </a:r>
          </a:p>
          <a:p>
            <a:r>
              <a:rPr sz="1200" b="0">
                <a:solidFill>
                  <a:srgbClr val="222222"/>
                </a:solidFill>
                <a:latin typeface="Calibri"/>
              </a:rPr>
              <a:t>• l</a:t>
            </a:r>
          </a:p>
          <a:p>
            <a:r>
              <a:rPr sz="1200" b="0">
                <a:solidFill>
                  <a:srgbClr val="222222"/>
                </a:solidFill>
                <a:latin typeface="Calibri"/>
              </a:rPr>
              <a:t>• o</a:t>
            </a:r>
          </a:p>
          <a:p>
            <a:r>
              <a:rPr sz="1200" b="0">
                <a:solidFill>
                  <a:srgbClr val="222222"/>
                </a:solidFill>
                <a:latin typeface="Calibri"/>
              </a:rPr>
              <a:t>• u</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t</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a</a:t>
            </a:r>
          </a:p>
          <a:p>
            <a:r>
              <a:rPr sz="1200" b="0">
                <a:solidFill>
                  <a:srgbClr val="222222"/>
                </a:solidFill>
                <a:latin typeface="Calibri"/>
              </a:rPr>
              <a:t>• g</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c</a:t>
            </a:r>
          </a:p>
          <a:p>
            <a:r>
              <a:rPr sz="1200" b="0">
                <a:solidFill>
                  <a:srgbClr val="222222"/>
                </a:solidFill>
                <a:latin typeface="Calibri"/>
              </a:rPr>
              <a:t>• o</a:t>
            </a:r>
          </a:p>
          <a:p>
            <a:r>
              <a:rPr sz="1200" b="0">
                <a:solidFill>
                  <a:srgbClr val="222222"/>
                </a:solidFill>
                <a:latin typeface="Calibri"/>
              </a:rPr>
              <a:t>• l</a:t>
            </a:r>
          </a:p>
          <a:p>
            <a:r>
              <a:rPr sz="1200" b="0">
                <a:solidFill>
                  <a:srgbClr val="222222"/>
                </a:solidFill>
                <a:latin typeface="Calibri"/>
              </a:rPr>
              <a:t>• l</a:t>
            </a:r>
          </a:p>
          <a:p>
            <a:r>
              <a:rPr sz="1200" b="0">
                <a:solidFill>
                  <a:srgbClr val="222222"/>
                </a:solidFill>
                <a:latin typeface="Calibri"/>
              </a:rPr>
              <a:t>• a</a:t>
            </a:r>
          </a:p>
          <a:p>
            <a:r>
              <a:rPr sz="1200" b="0">
                <a:solidFill>
                  <a:srgbClr val="222222"/>
                </a:solidFill>
                <a:latin typeface="Calibri"/>
              </a:rPr>
              <a:t>• b</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a</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o</a:t>
            </a:r>
          </a:p>
          <a:p>
            <a:r>
              <a:rPr sz="1200" b="0">
                <a:solidFill>
                  <a:srgbClr val="222222"/>
                </a:solidFill>
                <a:latin typeface="Calibri"/>
              </a:rPr>
              <a:t>• n</a:t>
            </a:r>
          </a:p>
          <a:p>
            <a:r>
              <a:rPr sz="1200" b="0">
                <a:solidFill>
                  <a:srgbClr val="222222"/>
                </a:solidFill>
                <a:latin typeface="Calibri"/>
              </a:rPr>
              <a:t>•  </a:t>
            </a:r>
          </a:p>
          <a:p>
            <a:r>
              <a:rPr sz="1200" b="0">
                <a:solidFill>
                  <a:srgbClr val="222222"/>
                </a:solidFill>
                <a:latin typeface="Calibri"/>
              </a:rPr>
              <a:t>• t</a:t>
            </a:r>
          </a:p>
          <a:p>
            <a:r>
              <a:rPr sz="1200" b="0">
                <a:solidFill>
                  <a:srgbClr val="222222"/>
                </a:solidFill>
                <a:latin typeface="Calibri"/>
              </a:rPr>
              <a:t>• o</a:t>
            </a:r>
          </a:p>
          <a:p>
            <a:r>
              <a:rPr sz="1200" b="0">
                <a:solidFill>
                  <a:srgbClr val="222222"/>
                </a:solidFill>
                <a:latin typeface="Calibri"/>
              </a:rPr>
              <a:t>• o</a:t>
            </a:r>
          </a:p>
          <a:p>
            <a:r>
              <a:rPr sz="1200" b="0">
                <a:solidFill>
                  <a:srgbClr val="222222"/>
                </a:solidFill>
                <a:latin typeface="Calibri"/>
              </a:rPr>
              <a:t>• l</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G</a:t>
            </a:r>
          </a:p>
          <a:p>
            <a:r>
              <a:rPr sz="1200" b="0">
                <a:solidFill>
                  <a:srgbClr val="222222"/>
                </a:solidFill>
                <a:latin typeface="Calibri"/>
              </a:rPr>
              <a:t>• o</a:t>
            </a:r>
          </a:p>
          <a:p>
            <a:r>
              <a:rPr sz="1200" b="0">
                <a:solidFill>
                  <a:srgbClr val="222222"/>
                </a:solidFill>
                <a:latin typeface="Calibri"/>
              </a:rPr>
              <a:t>• o</a:t>
            </a:r>
          </a:p>
          <a:p>
            <a:r>
              <a:rPr sz="1200" b="0">
                <a:solidFill>
                  <a:srgbClr val="222222"/>
                </a:solidFill>
                <a:latin typeface="Calibri"/>
              </a:rPr>
              <a:t>• g</a:t>
            </a:r>
          </a:p>
          <a:p>
            <a:r>
              <a:rPr sz="1200" b="0">
                <a:solidFill>
                  <a:srgbClr val="222222"/>
                </a:solidFill>
                <a:latin typeface="Calibri"/>
              </a:rPr>
              <a:t>• l</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W</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k</a:t>
            </a:r>
          </a:p>
          <a:p>
            <a:r>
              <a:rPr sz="1200" b="0">
                <a:solidFill>
                  <a:srgbClr val="222222"/>
                </a:solidFill>
                <a:latin typeface="Calibri"/>
              </a:rPr>
              <a:t>• s</a:t>
            </a:r>
          </a:p>
          <a:p>
            <a:r>
              <a:rPr sz="1200" b="0">
                <a:solidFill>
                  <a:srgbClr val="222222"/>
                </a:solidFill>
                <a:latin typeface="Calibri"/>
              </a:rPr>
              <a:t>• p</a:t>
            </a:r>
          </a:p>
          <a:p>
            <a:r>
              <a:rPr sz="1200" b="0">
                <a:solidFill>
                  <a:srgbClr val="222222"/>
                </a:solidFill>
                <a:latin typeface="Calibri"/>
              </a:rPr>
              <a:t>• a</a:t>
            </a:r>
          </a:p>
          <a:p>
            <a:r>
              <a:rPr sz="1200" b="0">
                <a:solidFill>
                  <a:srgbClr val="222222"/>
                </a:solidFill>
                <a:latin typeface="Calibri"/>
              </a:rPr>
              <a:t>• c</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O</a:t>
            </a:r>
          </a:p>
          <a:p>
            <a:r>
              <a:rPr sz="1200" b="0">
                <a:solidFill>
                  <a:srgbClr val="222222"/>
                </a:solidFill>
                <a:latin typeface="Calibri"/>
              </a:rPr>
              <a:t>• n</a:t>
            </a:r>
          </a:p>
          <a:p>
            <a:r>
              <a:rPr sz="1200" b="0">
                <a:solidFill>
                  <a:srgbClr val="222222"/>
                </a:solidFill>
                <a:latin typeface="Calibri"/>
              </a:rPr>
              <a:t>• e</a:t>
            </a:r>
          </a:p>
          <a:p>
            <a:r>
              <a:rPr sz="1200" b="0">
                <a:solidFill>
                  <a:srgbClr val="222222"/>
                </a:solidFill>
                <a:latin typeface="Calibri"/>
              </a:rPr>
              <a:t>• D</a:t>
            </a:r>
          </a:p>
          <a:p>
            <a:r>
              <a:rPr sz="1200" b="0">
                <a:solidFill>
                  <a:srgbClr val="222222"/>
                </a:solidFill>
                <a:latin typeface="Calibri"/>
              </a:rPr>
              <a:t>• r</a:t>
            </a:r>
          </a:p>
          <a:p>
            <a:r>
              <a:rPr sz="1200" b="0">
                <a:solidFill>
                  <a:srgbClr val="222222"/>
                </a:solidFill>
                <a:latin typeface="Calibri"/>
              </a:rPr>
              <a:t>• i</a:t>
            </a:r>
          </a:p>
          <a:p>
            <a:r>
              <a:rPr sz="1200" b="0">
                <a:solidFill>
                  <a:srgbClr val="222222"/>
                </a:solidFill>
                <a:latin typeface="Calibri"/>
              </a:rPr>
              <a:t>• v</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I</a:t>
            </a:r>
          </a:p>
          <a:p>
            <a:r>
              <a:rPr sz="1200" b="0">
                <a:solidFill>
                  <a:srgbClr val="222222"/>
                </a:solidFill>
                <a:latin typeface="Calibri"/>
              </a:rPr>
              <a:t>• m</a:t>
            </a:r>
          </a:p>
          <a:p>
            <a:r>
              <a:rPr sz="1200" b="0">
                <a:solidFill>
                  <a:srgbClr val="222222"/>
                </a:solidFill>
                <a:latin typeface="Calibri"/>
              </a:rPr>
              <a:t>• p</a:t>
            </a:r>
          </a:p>
          <a:p>
            <a:r>
              <a:rPr sz="1200" b="0">
                <a:solidFill>
                  <a:srgbClr val="222222"/>
                </a:solidFill>
                <a:latin typeface="Calibri"/>
              </a:rPr>
              <a:t>• r</a:t>
            </a:r>
          </a:p>
          <a:p>
            <a:r>
              <a:rPr sz="1200" b="0">
                <a:solidFill>
                  <a:srgbClr val="222222"/>
                </a:solidFill>
                <a:latin typeface="Calibri"/>
              </a:rPr>
              <a:t>• o</a:t>
            </a:r>
          </a:p>
          <a:p>
            <a:r>
              <a:rPr sz="1200" b="0">
                <a:solidFill>
                  <a:srgbClr val="222222"/>
                </a:solidFill>
                <a:latin typeface="Calibri"/>
              </a:rPr>
              <a:t>• v</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c</a:t>
            </a:r>
          </a:p>
          <a:p>
            <a:r>
              <a:rPr sz="1200" b="0">
                <a:solidFill>
                  <a:srgbClr val="222222"/>
                </a:solidFill>
                <a:latin typeface="Calibri"/>
              </a:rPr>
              <a:t>• o</a:t>
            </a:r>
          </a:p>
          <a:p>
            <a:r>
              <a:rPr sz="1200" b="0">
                <a:solidFill>
                  <a:srgbClr val="222222"/>
                </a:solidFill>
                <a:latin typeface="Calibri"/>
              </a:rPr>
              <a:t>• l</a:t>
            </a:r>
          </a:p>
          <a:p>
            <a:r>
              <a:rPr sz="1200" b="0">
                <a:solidFill>
                  <a:srgbClr val="222222"/>
                </a:solidFill>
                <a:latin typeface="Calibri"/>
              </a:rPr>
              <a:t>• l</a:t>
            </a:r>
          </a:p>
          <a:p>
            <a:r>
              <a:rPr sz="1200" b="0">
                <a:solidFill>
                  <a:srgbClr val="222222"/>
                </a:solidFill>
                <a:latin typeface="Calibri"/>
              </a:rPr>
              <a:t>• a</a:t>
            </a:r>
          </a:p>
          <a:p>
            <a:r>
              <a:rPr sz="1200" b="0">
                <a:solidFill>
                  <a:srgbClr val="222222"/>
                </a:solidFill>
                <a:latin typeface="Calibri"/>
              </a:rPr>
              <a:t>• b</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a</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o</a:t>
            </a:r>
          </a:p>
          <a:p>
            <a:r>
              <a:rPr sz="1200" b="0">
                <a:solidFill>
                  <a:srgbClr val="222222"/>
                </a:solidFill>
                <a:latin typeface="Calibri"/>
              </a:rPr>
              <a:t>• n</a:t>
            </a:r>
          </a:p>
          <a:p>
            <a:r>
              <a:rPr sz="1200" b="0">
                <a:solidFill>
                  <a:srgbClr val="222222"/>
                </a:solidFill>
                <a:latin typeface="Calibri"/>
              </a:rPr>
              <a:t>•  </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p</a:t>
            </a:r>
          </a:p>
          <a:p>
            <a:r>
              <a:rPr sz="1200" b="0">
                <a:solidFill>
                  <a:srgbClr val="222222"/>
                </a:solidFill>
                <a:latin typeface="Calibri"/>
              </a:rPr>
              <a:t>• r</a:t>
            </a:r>
          </a:p>
          <a:p>
            <a:r>
              <a:rPr sz="1200" b="0">
                <a:solidFill>
                  <a:srgbClr val="222222"/>
                </a:solidFill>
                <a:latin typeface="Calibri"/>
              </a:rPr>
              <a:t>• o</a:t>
            </a:r>
          </a:p>
          <a:p>
            <a:r>
              <a:rPr sz="1200" b="0">
                <a:solidFill>
                  <a:srgbClr val="222222"/>
                </a:solidFill>
                <a:latin typeface="Calibri"/>
              </a:rPr>
              <a:t>• v</a:t>
            </a:r>
          </a:p>
          <a:p>
            <a:r>
              <a:rPr sz="1200" b="0">
                <a:solidFill>
                  <a:srgbClr val="222222"/>
                </a:solidFill>
                <a:latin typeface="Calibri"/>
              </a:rPr>
              <a:t>• i</a:t>
            </a:r>
          </a:p>
          <a:p>
            <a:r>
              <a:rPr sz="1200" b="0">
                <a:solidFill>
                  <a:srgbClr val="222222"/>
                </a:solidFill>
                <a:latin typeface="Calibri"/>
              </a:rPr>
              <a:t>• d</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e</a:t>
            </a:r>
          </a:p>
          <a:p>
            <a:r>
              <a:rPr sz="1200" b="0">
                <a:solidFill>
                  <a:srgbClr val="222222"/>
                </a:solidFill>
                <a:latin typeface="Calibri"/>
              </a:rPr>
              <a:t>• c</a:t>
            </a:r>
          </a:p>
          <a:p>
            <a:r>
              <a:rPr sz="1200" b="0">
                <a:solidFill>
                  <a:srgbClr val="222222"/>
                </a:solidFill>
                <a:latin typeface="Calibri"/>
              </a:rPr>
              <a:t>• u</a:t>
            </a:r>
          </a:p>
          <a:p>
            <a:r>
              <a:rPr sz="1200" b="0">
                <a:solidFill>
                  <a:srgbClr val="222222"/>
                </a:solidFill>
                <a:latin typeface="Calibri"/>
              </a:rPr>
              <a:t>• r</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t</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a</a:t>
            </a:r>
          </a:p>
          <a:p>
            <a:r>
              <a:rPr sz="1200" b="0">
                <a:solidFill>
                  <a:srgbClr val="222222"/>
                </a:solidFill>
                <a:latin typeface="Calibri"/>
              </a:rPr>
              <a:t>• g</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o</a:t>
            </a:r>
          </a:p>
          <a:p>
            <a:r>
              <a:rPr sz="1200" b="0">
                <a:solidFill>
                  <a:srgbClr val="222222"/>
                </a:solidFill>
                <a:latin typeface="Calibri"/>
              </a:rPr>
              <a:t>• p</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o</a:t>
            </a:r>
          </a:p>
          <a:p>
            <a:r>
              <a:rPr sz="1200" b="0">
                <a:solidFill>
                  <a:srgbClr val="222222"/>
                </a:solidFill>
                <a:latin typeface="Calibri"/>
              </a:rPr>
              <a:t>• n</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a:t>
            </a:r>
            <a:br/>
          </a:p>
          <a:p>
            <a:r>
              <a:rPr sz="1200" b="0">
                <a:solidFill>
                  <a:srgbClr val="222222"/>
                </a:solidFill>
                <a:latin typeface="Calibri"/>
              </a:rPr>
              <a:t>• </a:t>
            </a:r>
            <a:b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C</a:t>
            </a:r>
          </a:p>
          <a:p>
            <a:r>
              <a:rPr sz="1200" b="0">
                <a:solidFill>
                  <a:srgbClr val="222222"/>
                </a:solidFill>
                <a:latin typeface="Calibri"/>
              </a:rPr>
              <a:t>• o</a:t>
            </a:r>
          </a:p>
          <a:p>
            <a:r>
              <a:rPr sz="1200" b="0">
                <a:solidFill>
                  <a:srgbClr val="222222"/>
                </a:solidFill>
                <a:latin typeface="Calibri"/>
              </a:rPr>
              <a:t>• n</a:t>
            </a:r>
          </a:p>
          <a:p>
            <a:r>
              <a:rPr sz="1200" b="0">
                <a:solidFill>
                  <a:srgbClr val="222222"/>
                </a:solidFill>
                <a:latin typeface="Calibri"/>
              </a:rPr>
              <a:t>• c</a:t>
            </a:r>
          </a:p>
          <a:p>
            <a:r>
              <a:rPr sz="1200" b="0">
                <a:solidFill>
                  <a:srgbClr val="222222"/>
                </a:solidFill>
                <a:latin typeface="Calibri"/>
              </a:rPr>
              <a:t>• l</a:t>
            </a:r>
          </a:p>
          <a:p>
            <a:r>
              <a:rPr sz="1200" b="0">
                <a:solidFill>
                  <a:srgbClr val="222222"/>
                </a:solidFill>
                <a:latin typeface="Calibri"/>
              </a:rPr>
              <a:t>• u</a:t>
            </a:r>
          </a:p>
          <a:p>
            <a:r>
              <a:rPr sz="1200" b="0">
                <a:solidFill>
                  <a:srgbClr val="222222"/>
                </a:solidFill>
                <a:latin typeface="Calibri"/>
              </a:rPr>
              <a:t>• s</a:t>
            </a:r>
          </a:p>
          <a:p>
            <a:r>
              <a:rPr sz="1200" b="0">
                <a:solidFill>
                  <a:srgbClr val="222222"/>
                </a:solidFill>
                <a:latin typeface="Calibri"/>
              </a:rPr>
              <a:t>• i</a:t>
            </a:r>
          </a:p>
          <a:p>
            <a:r>
              <a:rPr sz="1200" b="0">
                <a:solidFill>
                  <a:srgbClr val="222222"/>
                </a:solidFill>
                <a:latin typeface="Calibri"/>
              </a:rPr>
              <a:t>• o</a:t>
            </a:r>
          </a:p>
          <a:p>
            <a:r>
              <a:rPr sz="1200" b="0">
                <a:solidFill>
                  <a:srgbClr val="222222"/>
                </a:solidFill>
                <a:latin typeface="Calibri"/>
              </a:rPr>
              <a:t>• n</a:t>
            </a:r>
          </a:p>
          <a:p>
            <a:r>
              <a:rPr sz="1200" b="0">
                <a:solidFill>
                  <a:srgbClr val="222222"/>
                </a:solidFill>
                <a:latin typeface="Calibri"/>
              </a:rPr>
              <a:t>• :</a:t>
            </a:r>
          </a:p>
          <a:p>
            <a:r>
              <a:rPr sz="1200" b="0">
                <a:solidFill>
                  <a:srgbClr val="222222"/>
                </a:solidFill>
                <a:latin typeface="Calibri"/>
              </a:rPr>
              <a:t>• </a:t>
            </a:r>
            <a:br/>
          </a:p>
          <a:p>
            <a:r>
              <a:rPr sz="1200" b="0">
                <a:solidFill>
                  <a:srgbClr val="222222"/>
                </a:solidFill>
                <a:latin typeface="Calibri"/>
              </a:rPr>
              <a:t>• C</a:t>
            </a:r>
          </a:p>
          <a:p>
            <a:r>
              <a:rPr sz="1200" b="0">
                <a:solidFill>
                  <a:srgbClr val="222222"/>
                </a:solidFill>
                <a:latin typeface="Calibri"/>
              </a:rPr>
              <a:t>• o</a:t>
            </a:r>
          </a:p>
          <a:p>
            <a:r>
              <a:rPr sz="1200" b="0">
                <a:solidFill>
                  <a:srgbClr val="222222"/>
                </a:solidFill>
                <a:latin typeface="Calibri"/>
              </a:rPr>
              <a:t>• m</a:t>
            </a:r>
          </a:p>
          <a:p>
            <a:r>
              <a:rPr sz="1200" b="0">
                <a:solidFill>
                  <a:srgbClr val="222222"/>
                </a:solidFill>
                <a:latin typeface="Calibri"/>
              </a:rPr>
              <a:t>• b</a:t>
            </a:r>
          </a:p>
          <a:p>
            <a:r>
              <a:rPr sz="1200" b="0">
                <a:solidFill>
                  <a:srgbClr val="222222"/>
                </a:solidFill>
                <a:latin typeface="Calibri"/>
              </a:rPr>
              <a:t>• i</a:t>
            </a:r>
          </a:p>
          <a:p>
            <a:r>
              <a:rPr sz="1200" b="0">
                <a:solidFill>
                  <a:srgbClr val="222222"/>
                </a:solidFill>
                <a:latin typeface="Calibri"/>
              </a:rPr>
              <a:t>• n</a:t>
            </a:r>
          </a:p>
          <a:p>
            <a:r>
              <a:rPr sz="1200" b="0">
                <a:solidFill>
                  <a:srgbClr val="222222"/>
                </a:solidFill>
                <a:latin typeface="Calibri"/>
              </a:rPr>
              <a:t>• i</a:t>
            </a:r>
          </a:p>
          <a:p>
            <a:r>
              <a:rPr sz="1200" b="0">
                <a:solidFill>
                  <a:srgbClr val="222222"/>
                </a:solidFill>
                <a:latin typeface="Calibri"/>
              </a:rPr>
              <a:t>• n</a:t>
            </a:r>
          </a:p>
          <a:p>
            <a:r>
              <a:rPr sz="1200" b="0">
                <a:solidFill>
                  <a:srgbClr val="222222"/>
                </a:solidFill>
                <a:latin typeface="Calibri"/>
              </a:rPr>
              <a:t>• g</a:t>
            </a:r>
          </a:p>
          <a:p>
            <a:r>
              <a:rPr sz="1200" b="0">
                <a:solidFill>
                  <a:srgbClr val="222222"/>
                </a:solidFill>
                <a:latin typeface="Calibri"/>
              </a:rPr>
              <a:t>•  </a:t>
            </a:r>
          </a:p>
          <a:p>
            <a:r>
              <a:rPr sz="1200" b="0">
                <a:solidFill>
                  <a:srgbClr val="222222"/>
                </a:solidFill>
                <a:latin typeface="Calibri"/>
              </a:rPr>
              <a:t>• t</a:t>
            </a:r>
          </a:p>
          <a:p>
            <a:r>
              <a:rPr sz="1200" b="0">
                <a:solidFill>
                  <a:srgbClr val="222222"/>
                </a:solidFill>
                <a:latin typeface="Calibri"/>
              </a:rPr>
              <a:t>• h</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u</a:t>
            </a:r>
          </a:p>
          <a:p>
            <a:r>
              <a:rPr sz="1200" b="0">
                <a:solidFill>
                  <a:srgbClr val="222222"/>
                </a:solidFill>
                <a:latin typeface="Calibri"/>
              </a:rPr>
              <a:t>• p</a:t>
            </a:r>
          </a:p>
          <a:p>
            <a:r>
              <a:rPr sz="1200" b="0">
                <a:solidFill>
                  <a:srgbClr val="222222"/>
                </a:solidFill>
                <a:latin typeface="Calibri"/>
              </a:rPr>
              <a:t>• s</a:t>
            </a:r>
          </a:p>
          <a:p>
            <a:r>
              <a:rPr sz="1200" b="0">
                <a:solidFill>
                  <a:srgbClr val="222222"/>
                </a:solidFill>
                <a:latin typeface="Calibri"/>
              </a:rPr>
              <a:t>• e</a:t>
            </a:r>
          </a:p>
          <a:p>
            <a:r>
              <a:rPr sz="1200" b="0">
                <a:solidFill>
                  <a:srgbClr val="222222"/>
                </a:solidFill>
                <a:latin typeface="Calibri"/>
              </a:rPr>
              <a:t>• l</a:t>
            </a:r>
          </a:p>
          <a:p>
            <a:r>
              <a:rPr sz="1200" b="0">
                <a:solidFill>
                  <a:srgbClr val="222222"/>
                </a:solidFill>
                <a:latin typeface="Calibri"/>
              </a:rPr>
              <a:t>• l</a:t>
            </a:r>
          </a:p>
          <a:p>
            <a:r>
              <a:rPr sz="1200" b="0">
                <a:solidFill>
                  <a:srgbClr val="222222"/>
                </a:solidFill>
                <a:latin typeface="Calibri"/>
              </a:rPr>
              <a:t>•  </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c</a:t>
            </a:r>
          </a:p>
          <a:p>
            <a:r>
              <a:rPr sz="1200" b="0">
                <a:solidFill>
                  <a:srgbClr val="222222"/>
                </a:solidFill>
                <a:latin typeface="Calibri"/>
              </a:rPr>
              <a:t>• r</a:t>
            </a:r>
          </a:p>
          <a:p>
            <a:r>
              <a:rPr sz="1200" b="0">
                <a:solidFill>
                  <a:srgbClr val="222222"/>
                </a:solidFill>
                <a:latin typeface="Calibri"/>
              </a:rPr>
              <a:t>• o</a:t>
            </a:r>
          </a:p>
          <a:p>
            <a:r>
              <a:rPr sz="1200" b="0">
                <a:solidFill>
                  <a:srgbClr val="222222"/>
                </a:solidFill>
                <a:latin typeface="Calibri"/>
              </a:rPr>
              <a:t>• s</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e</a:t>
            </a:r>
          </a:p>
          <a:p>
            <a:r>
              <a:rPr sz="1200" b="0">
                <a:solidFill>
                  <a:srgbClr val="222222"/>
                </a:solidFill>
                <a:latin typeface="Calibri"/>
              </a:rPr>
              <a:t>• l</a:t>
            </a:r>
          </a:p>
          <a:p>
            <a:r>
              <a:rPr sz="1200" b="0">
                <a:solidFill>
                  <a:srgbClr val="222222"/>
                </a:solidFill>
                <a:latin typeface="Calibri"/>
              </a:rPr>
              <a:t>• l</a:t>
            </a:r>
          </a:p>
          <a:p>
            <a:r>
              <a:rPr sz="1200" b="0">
                <a:solidFill>
                  <a:srgbClr val="222222"/>
                </a:solidFill>
                <a:latin typeface="Calibri"/>
              </a:rPr>
              <a:t>•  </a:t>
            </a:r>
          </a:p>
          <a:p>
            <a:r>
              <a:rPr sz="1200" b="0">
                <a:solidFill>
                  <a:srgbClr val="222222"/>
                </a:solidFill>
                <a:latin typeface="Calibri"/>
              </a:rPr>
              <a:t>• o</a:t>
            </a:r>
          </a:p>
          <a:p>
            <a:r>
              <a:rPr sz="1200" b="0">
                <a:solidFill>
                  <a:srgbClr val="222222"/>
                </a:solidFill>
                <a:latin typeface="Calibri"/>
              </a:rPr>
              <a:t>• p</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o</a:t>
            </a:r>
          </a:p>
          <a:p>
            <a:r>
              <a:rPr sz="1200" b="0">
                <a:solidFill>
                  <a:srgbClr val="222222"/>
                </a:solidFill>
                <a:latin typeface="Calibri"/>
              </a:rPr>
              <a:t>• n</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c</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a:t>
            </a:r>
          </a:p>
          <a:p>
            <a:r>
              <a:rPr sz="1200" b="0">
                <a:solidFill>
                  <a:srgbClr val="222222"/>
                </a:solidFill>
                <a:latin typeface="Calibri"/>
              </a:rPr>
              <a:t>• e</a:t>
            </a:r>
          </a:p>
          <a:p>
            <a:r>
              <a:rPr sz="1200" b="0">
                <a:solidFill>
                  <a:srgbClr val="222222"/>
                </a:solidFill>
                <a:latin typeface="Calibri"/>
              </a:rPr>
              <a:t>• n</a:t>
            </a:r>
          </a:p>
          <a:p>
            <a:r>
              <a:rPr sz="1200" b="0">
                <a:solidFill>
                  <a:srgbClr val="222222"/>
                </a:solidFill>
                <a:latin typeface="Calibri"/>
              </a:rPr>
              <a:t>• h</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c</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t</a:t>
            </a:r>
          </a:p>
          <a:p>
            <a:r>
              <a:rPr sz="1200" b="0">
                <a:solidFill>
                  <a:srgbClr val="222222"/>
                </a:solidFill>
                <a:latin typeface="Calibri"/>
              </a:rPr>
              <a:t>• h</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o</a:t>
            </a:r>
          </a:p>
          <a:p>
            <a:r>
              <a:rPr sz="1200" b="0">
                <a:solidFill>
                  <a:srgbClr val="222222"/>
                </a:solidFill>
                <a:latin typeface="Calibri"/>
              </a:rPr>
              <a:t>• v</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a</a:t>
            </a:r>
          </a:p>
          <a:p>
            <a:r>
              <a:rPr sz="1200" b="0">
                <a:solidFill>
                  <a:srgbClr val="222222"/>
                </a:solidFill>
                <a:latin typeface="Calibri"/>
              </a:rPr>
              <a:t>• l</a:t>
            </a:r>
          </a:p>
          <a:p>
            <a:r>
              <a:rPr sz="1200" b="0">
                <a:solidFill>
                  <a:srgbClr val="222222"/>
                </a:solidFill>
                <a:latin typeface="Calibri"/>
              </a:rPr>
              <a:t>• l</a:t>
            </a:r>
          </a:p>
          <a:p>
            <a:r>
              <a:rPr sz="1200" b="0">
                <a:solidFill>
                  <a:srgbClr val="222222"/>
                </a:solidFill>
                <a:latin typeface="Calibri"/>
              </a:rPr>
              <a:t>•  </a:t>
            </a:r>
          </a:p>
          <a:p>
            <a:r>
              <a:rPr sz="1200" b="0">
                <a:solidFill>
                  <a:srgbClr val="222222"/>
                </a:solidFill>
                <a:latin typeface="Calibri"/>
              </a:rPr>
              <a:t>• c</a:t>
            </a:r>
          </a:p>
          <a:p>
            <a:r>
              <a:rPr sz="1200" b="0">
                <a:solidFill>
                  <a:srgbClr val="222222"/>
                </a:solidFill>
                <a:latin typeface="Calibri"/>
              </a:rPr>
              <a:t>• u</a:t>
            </a:r>
          </a:p>
          <a:p>
            <a:r>
              <a:rPr sz="1200" b="0">
                <a:solidFill>
                  <a:srgbClr val="222222"/>
                </a:solidFill>
                <a:latin typeface="Calibri"/>
              </a:rPr>
              <a:t>• s</a:t>
            </a:r>
          </a:p>
          <a:p>
            <a:r>
              <a:rPr sz="1200" b="0">
                <a:solidFill>
                  <a:srgbClr val="222222"/>
                </a:solidFill>
                <a:latin typeface="Calibri"/>
              </a:rPr>
              <a:t>• t</a:t>
            </a:r>
          </a:p>
          <a:p>
            <a:r>
              <a:rPr sz="1200" b="0">
                <a:solidFill>
                  <a:srgbClr val="222222"/>
                </a:solidFill>
                <a:latin typeface="Calibri"/>
              </a:rPr>
              <a:t>• o</a:t>
            </a:r>
          </a:p>
          <a:p>
            <a:r>
              <a:rPr sz="1200" b="0">
                <a:solidFill>
                  <a:srgbClr val="222222"/>
                </a:solidFill>
                <a:latin typeface="Calibri"/>
              </a:rPr>
              <a:t>• m</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e</a:t>
            </a:r>
          </a:p>
          <a:p>
            <a:r>
              <a:rPr sz="1200" b="0">
                <a:solidFill>
                  <a:srgbClr val="222222"/>
                </a:solidFill>
                <a:latin typeface="Calibri"/>
              </a:rPr>
              <a:t>• x</a:t>
            </a:r>
          </a:p>
          <a:p>
            <a:r>
              <a:rPr sz="1200" b="0">
                <a:solidFill>
                  <a:srgbClr val="222222"/>
                </a:solidFill>
                <a:latin typeface="Calibri"/>
              </a:rPr>
              <a:t>• p</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i</a:t>
            </a:r>
          </a:p>
          <a:p>
            <a:r>
              <a:rPr sz="1200" b="0">
                <a:solidFill>
                  <a:srgbClr val="222222"/>
                </a:solidFill>
                <a:latin typeface="Calibri"/>
              </a:rPr>
              <a:t>• e</a:t>
            </a:r>
          </a:p>
          <a:p>
            <a:r>
              <a:rPr sz="1200" b="0">
                <a:solidFill>
                  <a:srgbClr val="222222"/>
                </a:solidFill>
                <a:latin typeface="Calibri"/>
              </a:rPr>
              <a:t>• n</a:t>
            </a:r>
          </a:p>
          <a:p>
            <a:r>
              <a:rPr sz="1200" b="0">
                <a:solidFill>
                  <a:srgbClr val="222222"/>
                </a:solidFill>
                <a:latin typeface="Calibri"/>
              </a:rPr>
              <a:t>• c</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e</a:t>
            </a:r>
          </a:p>
          <a:p>
            <a:r>
              <a:rPr sz="1200" b="0">
                <a:solidFill>
                  <a:srgbClr val="222222"/>
                </a:solidFill>
                <a:latin typeface="Calibri"/>
              </a:rPr>
              <a:t>• n</a:t>
            </a:r>
          </a:p>
          <a:p>
            <a:r>
              <a:rPr sz="1200" b="0">
                <a:solidFill>
                  <a:srgbClr val="222222"/>
                </a:solidFill>
                <a:latin typeface="Calibri"/>
              </a:rPr>
              <a:t>• s</a:t>
            </a:r>
          </a:p>
          <a:p>
            <a:r>
              <a:rPr sz="1200" b="0">
                <a:solidFill>
                  <a:srgbClr val="222222"/>
                </a:solidFill>
                <a:latin typeface="Calibri"/>
              </a:rPr>
              <a:t>• u</a:t>
            </a:r>
          </a:p>
          <a:p>
            <a:r>
              <a:rPr sz="1200" b="0">
                <a:solidFill>
                  <a:srgbClr val="222222"/>
                </a:solidFill>
                <a:latin typeface="Calibri"/>
              </a:rPr>
              <a:t>• r</a:t>
            </a:r>
          </a:p>
          <a:p>
            <a:r>
              <a:rPr sz="1200" b="0">
                <a:solidFill>
                  <a:srgbClr val="222222"/>
                </a:solidFill>
                <a:latin typeface="Calibri"/>
              </a:rPr>
              <a:t>• i</a:t>
            </a:r>
          </a:p>
          <a:p>
            <a:r>
              <a:rPr sz="1200" b="0">
                <a:solidFill>
                  <a:srgbClr val="222222"/>
                </a:solidFill>
                <a:latin typeface="Calibri"/>
              </a:rPr>
              <a:t>• n</a:t>
            </a:r>
          </a:p>
          <a:p>
            <a:r>
              <a:rPr sz="1200" b="0">
                <a:solidFill>
                  <a:srgbClr val="222222"/>
                </a:solidFill>
                <a:latin typeface="Calibri"/>
              </a:rPr>
              <a:t>• g</a:t>
            </a:r>
          </a:p>
          <a:p>
            <a:r>
              <a:rPr sz="1200" b="0">
                <a:solidFill>
                  <a:srgbClr val="222222"/>
                </a:solidFill>
                <a:latin typeface="Calibri"/>
              </a:rPr>
              <a:t>•  </a:t>
            </a:r>
          </a:p>
          <a:p>
            <a:r>
              <a:rPr sz="1200" b="0">
                <a:solidFill>
                  <a:srgbClr val="222222"/>
                </a:solidFill>
                <a:latin typeface="Calibri"/>
              </a:rPr>
              <a:t>• t</a:t>
            </a:r>
          </a:p>
          <a:p>
            <a:r>
              <a:rPr sz="1200" b="0">
                <a:solidFill>
                  <a:srgbClr val="222222"/>
                </a:solidFill>
                <a:latin typeface="Calibri"/>
              </a:rPr>
              <a:t>• h</a:t>
            </a:r>
          </a:p>
          <a:p>
            <a:r>
              <a:rPr sz="1200" b="0">
                <a:solidFill>
                  <a:srgbClr val="222222"/>
                </a:solidFill>
                <a:latin typeface="Calibri"/>
              </a:rPr>
              <a:t>• a</a:t>
            </a:r>
          </a:p>
          <a:p>
            <a:r>
              <a:rPr sz="1200" b="0">
                <a:solidFill>
                  <a:srgbClr val="222222"/>
                </a:solidFill>
                <a:latin typeface="Calibri"/>
              </a:rPr>
              <a:t>• t</a:t>
            </a:r>
          </a:p>
          <a:p>
            <a:r>
              <a:rPr sz="1200" b="0">
                <a:solidFill>
                  <a:srgbClr val="222222"/>
                </a:solidFill>
                <a:latin typeface="Calibri"/>
              </a:rPr>
              <a:t>•  </a:t>
            </a:r>
          </a:p>
          <a:p>
            <a:r>
              <a:rPr sz="1200" b="0">
                <a:solidFill>
                  <a:srgbClr val="222222"/>
                </a:solidFill>
                <a:latin typeface="Calibri"/>
              </a:rPr>
              <a:t>• t</a:t>
            </a:r>
          </a:p>
          <a:p>
            <a:r>
              <a:rPr sz="1200" b="0">
                <a:solidFill>
                  <a:srgbClr val="222222"/>
                </a:solidFill>
                <a:latin typeface="Calibri"/>
              </a:rPr>
              <a:t>• h</a:t>
            </a:r>
          </a:p>
          <a:p>
            <a:r>
              <a:rPr sz="1200" b="0">
                <a:solidFill>
                  <a:srgbClr val="222222"/>
                </a:solidFill>
                <a:latin typeface="Calibri"/>
              </a:rPr>
              <a:t>• e</a:t>
            </a:r>
          </a:p>
          <a:p>
            <a:r>
              <a:rPr sz="1200" b="0">
                <a:solidFill>
                  <a:srgbClr val="222222"/>
                </a:solidFill>
                <a:latin typeface="Calibri"/>
              </a:rPr>
              <a:t>• y</a:t>
            </a:r>
          </a:p>
          <a:p>
            <a:r>
              <a:rPr sz="1200" b="0">
                <a:solidFill>
                  <a:srgbClr val="222222"/>
                </a:solidFill>
                <a:latin typeface="Calibri"/>
              </a:rPr>
              <a:t>•  </a:t>
            </a:r>
          </a:p>
          <a:p>
            <a:r>
              <a:rPr sz="1200" b="0">
                <a:solidFill>
                  <a:srgbClr val="222222"/>
                </a:solidFill>
                <a:latin typeface="Calibri"/>
              </a:rPr>
              <a:t>• r</a:t>
            </a:r>
          </a:p>
          <a:p>
            <a:r>
              <a:rPr sz="1200" b="0">
                <a:solidFill>
                  <a:srgbClr val="222222"/>
                </a:solidFill>
                <a:latin typeface="Calibri"/>
              </a:rPr>
              <a:t>• e</a:t>
            </a:r>
          </a:p>
          <a:p>
            <a:r>
              <a:rPr sz="1200" b="0">
                <a:solidFill>
                  <a:srgbClr val="222222"/>
                </a:solidFill>
                <a:latin typeface="Calibri"/>
              </a:rPr>
              <a:t>• c</a:t>
            </a:r>
          </a:p>
          <a:p>
            <a:r>
              <a:rPr sz="1200" b="0">
                <a:solidFill>
                  <a:srgbClr val="222222"/>
                </a:solidFill>
                <a:latin typeface="Calibri"/>
              </a:rPr>
              <a:t>• e</a:t>
            </a:r>
          </a:p>
          <a:p>
            <a:r>
              <a:rPr sz="1200" b="0">
                <a:solidFill>
                  <a:srgbClr val="222222"/>
                </a:solidFill>
                <a:latin typeface="Calibri"/>
              </a:rPr>
              <a:t>• i</a:t>
            </a:r>
          </a:p>
          <a:p>
            <a:r>
              <a:rPr sz="1200" b="0">
                <a:solidFill>
                  <a:srgbClr val="222222"/>
                </a:solidFill>
                <a:latin typeface="Calibri"/>
              </a:rPr>
              <a:t>• v</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n</a:t>
            </a:r>
          </a:p>
          <a:p>
            <a:r>
              <a:rPr sz="1200" b="0">
                <a:solidFill>
                  <a:srgbClr val="222222"/>
                </a:solidFill>
                <a:latin typeface="Calibri"/>
              </a:rPr>
              <a:t>• o</a:t>
            </a:r>
          </a:p>
          <a:p>
            <a:r>
              <a:rPr sz="1200" b="0">
                <a:solidFill>
                  <a:srgbClr val="222222"/>
                </a:solidFill>
                <a:latin typeface="Calibri"/>
              </a:rPr>
              <a:t>• t</a:t>
            </a:r>
          </a:p>
          <a:p>
            <a:r>
              <a:rPr sz="1200" b="0">
                <a:solidFill>
                  <a:srgbClr val="222222"/>
                </a:solidFill>
                <a:latin typeface="Calibri"/>
              </a:rPr>
              <a:t>•  </a:t>
            </a:r>
          </a:p>
          <a:p>
            <a:r>
              <a:rPr sz="1200" b="0">
                <a:solidFill>
                  <a:srgbClr val="222222"/>
                </a:solidFill>
                <a:latin typeface="Calibri"/>
              </a:rPr>
              <a:t>• o</a:t>
            </a:r>
          </a:p>
          <a:p>
            <a:r>
              <a:rPr sz="1200" b="0">
                <a:solidFill>
                  <a:srgbClr val="222222"/>
                </a:solidFill>
                <a:latin typeface="Calibri"/>
              </a:rPr>
              <a:t>• n</a:t>
            </a:r>
          </a:p>
          <a:p>
            <a:r>
              <a:rPr sz="1200" b="0">
                <a:solidFill>
                  <a:srgbClr val="222222"/>
                </a:solidFill>
                <a:latin typeface="Calibri"/>
              </a:rPr>
              <a:t>• l</a:t>
            </a:r>
          </a:p>
          <a:p>
            <a:r>
              <a:rPr sz="1200" b="0">
                <a:solidFill>
                  <a:srgbClr val="222222"/>
                </a:solidFill>
                <a:latin typeface="Calibri"/>
              </a:rPr>
              <a:t>• y</a:t>
            </a:r>
          </a:p>
          <a:p>
            <a:r>
              <a:rPr sz="1200" b="0">
                <a:solidFill>
                  <a:srgbClr val="222222"/>
                </a:solidFill>
                <a:latin typeface="Calibri"/>
              </a:rPr>
              <a:t>•  </a:t>
            </a:r>
          </a:p>
          <a:p>
            <a:r>
              <a:rPr sz="1200" b="0">
                <a:solidFill>
                  <a:srgbClr val="222222"/>
                </a:solidFill>
                <a:latin typeface="Calibri"/>
              </a:rPr>
              <a:t>• t</a:t>
            </a:r>
          </a:p>
          <a:p>
            <a:r>
              <a:rPr sz="1200" b="0">
                <a:solidFill>
                  <a:srgbClr val="222222"/>
                </a:solidFill>
                <a:latin typeface="Calibri"/>
              </a:rPr>
              <a:t>• h</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r</a:t>
            </a:r>
          </a:p>
          <a:p>
            <a:r>
              <a:rPr sz="1200" b="0">
                <a:solidFill>
                  <a:srgbClr val="222222"/>
                </a:solidFill>
                <a:latin typeface="Calibri"/>
              </a:rPr>
              <a:t>• e</a:t>
            </a:r>
          </a:p>
          <a:p>
            <a:r>
              <a:rPr sz="1200" b="0">
                <a:solidFill>
                  <a:srgbClr val="222222"/>
                </a:solidFill>
                <a:latin typeface="Calibri"/>
              </a:rPr>
              <a:t>• q</a:t>
            </a:r>
          </a:p>
          <a:p>
            <a:r>
              <a:rPr sz="1200" b="0">
                <a:solidFill>
                  <a:srgbClr val="222222"/>
                </a:solidFill>
                <a:latin typeface="Calibri"/>
              </a:rPr>
              <a:t>• u</a:t>
            </a:r>
          </a:p>
          <a:p>
            <a:r>
              <a:rPr sz="1200" b="0">
                <a:solidFill>
                  <a:srgbClr val="222222"/>
                </a:solidFill>
                <a:latin typeface="Calibri"/>
              </a:rPr>
              <a:t>• i</a:t>
            </a:r>
          </a:p>
          <a:p>
            <a:r>
              <a:rPr sz="1200" b="0">
                <a:solidFill>
                  <a:srgbClr val="222222"/>
                </a:solidFill>
                <a:latin typeface="Calibri"/>
              </a:rPr>
              <a:t>• r</a:t>
            </a:r>
          </a:p>
          <a:p>
            <a:r>
              <a:rPr sz="1200" b="0">
                <a:solidFill>
                  <a:srgbClr val="222222"/>
                </a:solidFill>
                <a:latin typeface="Calibri"/>
              </a:rPr>
              <a:t>• e</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n</a:t>
            </a:r>
          </a:p>
          <a:p>
            <a:r>
              <a:rPr sz="1200" b="0">
                <a:solidFill>
                  <a:srgbClr val="222222"/>
                </a:solidFill>
                <a:latin typeface="Calibri"/>
              </a:rPr>
              <a:t>• o</a:t>
            </a:r>
          </a:p>
          <a:p>
            <a:r>
              <a:rPr sz="1200" b="0">
                <a:solidFill>
                  <a:srgbClr val="222222"/>
                </a:solidFill>
                <a:latin typeface="Calibri"/>
              </a:rPr>
              <a:t>• t</a:t>
            </a:r>
          </a:p>
          <a:p>
            <a:r>
              <a:rPr sz="1200" b="0">
                <a:solidFill>
                  <a:srgbClr val="222222"/>
                </a:solidFill>
                <a:latin typeface="Calibri"/>
              </a:rPr>
              <a:t>• e</a:t>
            </a:r>
          </a:p>
          <a:p>
            <a:r>
              <a:rPr sz="1200" b="0">
                <a:solidFill>
                  <a:srgbClr val="222222"/>
                </a:solidFill>
                <a:latin typeface="Calibri"/>
              </a:rPr>
              <a:t>• b</a:t>
            </a:r>
          </a:p>
          <a:p>
            <a:r>
              <a:rPr sz="1200" b="0">
                <a:solidFill>
                  <a:srgbClr val="222222"/>
                </a:solidFill>
                <a:latin typeface="Calibri"/>
              </a:rPr>
              <a:t>• o</a:t>
            </a:r>
          </a:p>
          <a:p>
            <a:r>
              <a:rPr sz="1200" b="0">
                <a:solidFill>
                  <a:srgbClr val="222222"/>
                </a:solidFill>
                <a:latin typeface="Calibri"/>
              </a:rPr>
              <a:t>• o</a:t>
            </a:r>
          </a:p>
          <a:p>
            <a:r>
              <a:rPr sz="1200" b="0">
                <a:solidFill>
                  <a:srgbClr val="222222"/>
                </a:solidFill>
                <a:latin typeface="Calibri"/>
              </a:rPr>
              <a:t>• k</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b</a:t>
            </a:r>
          </a:p>
          <a:p>
            <a:r>
              <a:rPr sz="1200" b="0">
                <a:solidFill>
                  <a:srgbClr val="222222"/>
                </a:solidFill>
                <a:latin typeface="Calibri"/>
              </a:rPr>
              <a:t>• u</a:t>
            </a:r>
          </a:p>
          <a:p>
            <a:r>
              <a:rPr sz="1200" b="0">
                <a:solidFill>
                  <a:srgbClr val="222222"/>
                </a:solidFill>
                <a:latin typeface="Calibri"/>
              </a:rPr>
              <a:t>• t</a:t>
            </a:r>
          </a:p>
          <a:p>
            <a:r>
              <a:rPr sz="1200" b="0">
                <a:solidFill>
                  <a:srgbClr val="222222"/>
                </a:solidFill>
                <a:latin typeface="Calibri"/>
              </a:rPr>
              <a:t>•  </a:t>
            </a:r>
          </a:p>
          <a:p>
            <a:r>
              <a:rPr sz="1200" b="0">
                <a:solidFill>
                  <a:srgbClr val="222222"/>
                </a:solidFill>
                <a:latin typeface="Calibri"/>
              </a:rPr>
              <a:t>• a</a:t>
            </a:r>
          </a:p>
          <a:p>
            <a:r>
              <a:rPr sz="1200" b="0">
                <a:solidFill>
                  <a:srgbClr val="222222"/>
                </a:solidFill>
                <a:latin typeface="Calibri"/>
              </a:rPr>
              <a:t>• l</a:t>
            </a:r>
          </a:p>
          <a:p>
            <a:r>
              <a:rPr sz="1200" b="0">
                <a:solidFill>
                  <a:srgbClr val="222222"/>
                </a:solidFill>
                <a:latin typeface="Calibri"/>
              </a:rPr>
              <a:t>• s</a:t>
            </a:r>
          </a:p>
          <a:p>
            <a:r>
              <a:rPr sz="1200" b="0">
                <a:solidFill>
                  <a:srgbClr val="222222"/>
                </a:solidFill>
                <a:latin typeface="Calibri"/>
              </a:rPr>
              <a:t>• o</a:t>
            </a:r>
          </a:p>
          <a:p>
            <a:r>
              <a:rPr sz="1200" b="0">
                <a:solidFill>
                  <a:srgbClr val="222222"/>
                </a:solidFill>
                <a:latin typeface="Calibri"/>
              </a:rPr>
              <a:t>•  </a:t>
            </a:r>
          </a:p>
          <a:p>
            <a:r>
              <a:rPr sz="1200" b="0">
                <a:solidFill>
                  <a:srgbClr val="222222"/>
                </a:solidFill>
                <a:latin typeface="Calibri"/>
              </a:rPr>
              <a:t>• e</a:t>
            </a:r>
          </a:p>
          <a:p>
            <a:r>
              <a:rPr sz="1200" b="0">
                <a:solidFill>
                  <a:srgbClr val="222222"/>
                </a:solidFill>
                <a:latin typeface="Calibri"/>
              </a:rPr>
              <a:t>• n</a:t>
            </a:r>
          </a:p>
          <a:p>
            <a:r>
              <a:rPr sz="1200" b="0">
                <a:solidFill>
                  <a:srgbClr val="222222"/>
                </a:solidFill>
                <a:latin typeface="Calibri"/>
              </a:rPr>
              <a:t>• h</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c</a:t>
            </a:r>
          </a:p>
          <a:p>
            <a:r>
              <a:rPr sz="1200" b="0">
                <a:solidFill>
                  <a:srgbClr val="222222"/>
                </a:solidFill>
                <a:latin typeface="Calibri"/>
              </a:rPr>
              <a:t>• e</a:t>
            </a:r>
          </a:p>
          <a:p>
            <a:r>
              <a:rPr sz="1200" b="0">
                <a:solidFill>
                  <a:srgbClr val="222222"/>
                </a:solidFill>
                <a:latin typeface="Calibri"/>
              </a:rPr>
              <a:t>• m</a:t>
            </a:r>
          </a:p>
          <a:p>
            <a:r>
              <a:rPr sz="1200" b="0">
                <a:solidFill>
                  <a:srgbClr val="222222"/>
                </a:solidFill>
                <a:latin typeface="Calibri"/>
              </a:rPr>
              <a:t>• e</a:t>
            </a:r>
          </a:p>
          <a:p>
            <a:r>
              <a:rPr sz="1200" b="0">
                <a:solidFill>
                  <a:srgbClr val="222222"/>
                </a:solidFill>
                <a:latin typeface="Calibri"/>
              </a:rPr>
              <a:t>• n</a:t>
            </a:r>
          </a:p>
          <a:p>
            <a:r>
              <a:rPr sz="1200" b="0">
                <a:solidFill>
                  <a:srgbClr val="222222"/>
                </a:solidFill>
                <a:latin typeface="Calibri"/>
              </a:rPr>
              <a:t>• t</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a</a:t>
            </a:r>
          </a:p>
          <a:p>
            <a:r>
              <a:rPr sz="1200" b="0">
                <a:solidFill>
                  <a:srgbClr val="222222"/>
                </a:solidFill>
                <a:latin typeface="Calibri"/>
              </a:rPr>
              <a:t>• c</a:t>
            </a:r>
          </a:p>
          <a:p>
            <a:r>
              <a:rPr sz="1200" b="0">
                <a:solidFill>
                  <a:srgbClr val="222222"/>
                </a:solidFill>
                <a:latin typeface="Calibri"/>
              </a:rPr>
              <a:t>• c</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s</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i</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t</a:t>
            </a:r>
          </a:p>
          <a:p>
            <a:r>
              <a:rPr sz="1200" b="0">
                <a:solidFill>
                  <a:srgbClr val="222222"/>
                </a:solidFill>
                <a:latin typeface="Calibri"/>
              </a:rPr>
              <a:t>• h</a:t>
            </a:r>
          </a:p>
          <a:p>
            <a:r>
              <a:rPr sz="1200" b="0">
                <a:solidFill>
                  <a:srgbClr val="222222"/>
                </a:solidFill>
                <a:latin typeface="Calibri"/>
              </a:rPr>
              <a:t>• a</a:t>
            </a:r>
          </a:p>
          <a:p>
            <a:r>
              <a:rPr sz="1200" b="0">
                <a:solidFill>
                  <a:srgbClr val="222222"/>
                </a:solidFill>
                <a:latin typeface="Calibri"/>
              </a:rPr>
              <a:t>• t</a:t>
            </a:r>
          </a:p>
          <a:p>
            <a:r>
              <a:rPr sz="1200" b="0">
                <a:solidFill>
                  <a:srgbClr val="222222"/>
                </a:solidFill>
                <a:latin typeface="Calibri"/>
              </a:rPr>
              <a:t>•  </a:t>
            </a:r>
          </a:p>
          <a:p>
            <a:r>
              <a:rPr sz="1200" b="0">
                <a:solidFill>
                  <a:srgbClr val="222222"/>
                </a:solidFill>
                <a:latin typeface="Calibri"/>
              </a:rPr>
              <a:t>• m</a:t>
            </a:r>
          </a:p>
          <a:p>
            <a:r>
              <a:rPr sz="1200" b="0">
                <a:solidFill>
                  <a:srgbClr val="222222"/>
                </a:solidFill>
                <a:latin typeface="Calibri"/>
              </a:rPr>
              <a:t>• a</a:t>
            </a:r>
          </a:p>
          <a:p>
            <a:r>
              <a:rPr sz="1200" b="0">
                <a:solidFill>
                  <a:srgbClr val="222222"/>
                </a:solidFill>
                <a:latin typeface="Calibri"/>
              </a:rPr>
              <a:t>• x</a:t>
            </a:r>
          </a:p>
          <a:p>
            <a:r>
              <a:rPr sz="1200" b="0">
                <a:solidFill>
                  <a:srgbClr val="222222"/>
                </a:solidFill>
                <a:latin typeface="Calibri"/>
              </a:rPr>
              <a:t>• i</a:t>
            </a:r>
          </a:p>
          <a:p>
            <a:r>
              <a:rPr sz="1200" b="0">
                <a:solidFill>
                  <a:srgbClr val="222222"/>
                </a:solidFill>
                <a:latin typeface="Calibri"/>
              </a:rPr>
              <a:t>• m</a:t>
            </a:r>
          </a:p>
          <a:p>
            <a:r>
              <a:rPr sz="1200" b="0">
                <a:solidFill>
                  <a:srgbClr val="222222"/>
                </a:solidFill>
                <a:latin typeface="Calibri"/>
              </a:rPr>
              <a:t>• i</a:t>
            </a:r>
          </a:p>
          <a:p>
            <a:r>
              <a:rPr sz="1200" b="0">
                <a:solidFill>
                  <a:srgbClr val="222222"/>
                </a:solidFill>
                <a:latin typeface="Calibri"/>
              </a:rPr>
              <a:t>• z</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p</a:t>
            </a:r>
          </a:p>
          <a:p>
            <a:r>
              <a:rPr sz="1200" b="0">
                <a:solidFill>
                  <a:srgbClr val="222222"/>
                </a:solidFill>
                <a:latin typeface="Calibri"/>
              </a:rPr>
              <a:t>• r</a:t>
            </a:r>
          </a:p>
          <a:p>
            <a:r>
              <a:rPr sz="1200" b="0">
                <a:solidFill>
                  <a:srgbClr val="222222"/>
                </a:solidFill>
                <a:latin typeface="Calibri"/>
              </a:rPr>
              <a:t>• o</a:t>
            </a:r>
          </a:p>
          <a:p>
            <a:r>
              <a:rPr sz="1200" b="0">
                <a:solidFill>
                  <a:srgbClr val="222222"/>
                </a:solidFill>
                <a:latin typeface="Calibri"/>
              </a:rPr>
              <a:t>• d</a:t>
            </a:r>
          </a:p>
          <a:p>
            <a:r>
              <a:rPr sz="1200" b="0">
                <a:solidFill>
                  <a:srgbClr val="222222"/>
                </a:solidFill>
                <a:latin typeface="Calibri"/>
              </a:rPr>
              <a:t>• u</a:t>
            </a:r>
          </a:p>
          <a:p>
            <a:r>
              <a:rPr sz="1200" b="0">
                <a:solidFill>
                  <a:srgbClr val="222222"/>
                </a:solidFill>
                <a:latin typeface="Calibri"/>
              </a:rPr>
              <a:t>• c</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v</a:t>
            </a:r>
          </a:p>
          <a:p>
            <a:r>
              <a:rPr sz="1200" b="0">
                <a:solidFill>
                  <a:srgbClr val="222222"/>
                </a:solidFill>
                <a:latin typeface="Calibri"/>
              </a:rPr>
              <a:t>• i</a:t>
            </a:r>
          </a:p>
          <a:p>
            <a:r>
              <a:rPr sz="1200" b="0">
                <a:solidFill>
                  <a:srgbClr val="222222"/>
                </a:solidFill>
                <a:latin typeface="Calibri"/>
              </a:rPr>
              <a:t>• t</a:t>
            </a:r>
          </a:p>
          <a:p>
            <a:r>
              <a:rPr sz="1200" b="0">
                <a:solidFill>
                  <a:srgbClr val="222222"/>
                </a:solidFill>
                <a:latin typeface="Calibri"/>
              </a:rPr>
              <a:t>• y</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e</a:t>
            </a:r>
          </a:p>
          <a:p>
            <a:r>
              <a:rPr sz="1200" b="0">
                <a:solidFill>
                  <a:srgbClr val="222222"/>
                </a:solidFill>
                <a:latin typeface="Calibri"/>
              </a:rPr>
              <a:t>• c</a:t>
            </a:r>
          </a:p>
          <a:p>
            <a:r>
              <a:rPr sz="1200" b="0">
                <a:solidFill>
                  <a:srgbClr val="222222"/>
                </a:solidFill>
                <a:latin typeface="Calibri"/>
              </a:rPr>
              <a:t>• u</a:t>
            </a:r>
          </a:p>
          <a:p>
            <a:r>
              <a:rPr sz="1200" b="0">
                <a:solidFill>
                  <a:srgbClr val="222222"/>
                </a:solidFill>
                <a:latin typeface="Calibri"/>
              </a:rPr>
              <a:t>• r</a:t>
            </a:r>
          </a:p>
          <a:p>
            <a:r>
              <a:rPr sz="1200" b="0">
                <a:solidFill>
                  <a:srgbClr val="222222"/>
                </a:solidFill>
                <a:latin typeface="Calibri"/>
              </a:rPr>
              <a:t>• i</a:t>
            </a:r>
          </a:p>
          <a:p>
            <a:r>
              <a:rPr sz="1200" b="0">
                <a:solidFill>
                  <a:srgbClr val="222222"/>
                </a:solidFill>
                <a:latin typeface="Calibri"/>
              </a:rPr>
              <a:t>• t</a:t>
            </a:r>
          </a:p>
          <a:p>
            <a:r>
              <a:rPr sz="1200" b="0">
                <a:solidFill>
                  <a:srgbClr val="222222"/>
                </a:solidFill>
                <a:latin typeface="Calibri"/>
              </a:rPr>
              <a:t>• y</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e</a:t>
            </a:r>
          </a:p>
          <a:p>
            <a:r>
              <a:rPr sz="1200" b="0">
                <a:solidFill>
                  <a:srgbClr val="222222"/>
                </a:solidFill>
                <a:latin typeface="Calibri"/>
              </a:rPr>
              <a:t>• a</a:t>
            </a:r>
          </a:p>
          <a:p>
            <a:r>
              <a:rPr sz="1200" b="0">
                <a:solidFill>
                  <a:srgbClr val="222222"/>
                </a:solidFill>
                <a:latin typeface="Calibri"/>
              </a:rPr>
              <a:t>• s</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o</a:t>
            </a:r>
          </a:p>
          <a:p>
            <a:r>
              <a:rPr sz="1200" b="0">
                <a:solidFill>
                  <a:srgbClr val="222222"/>
                </a:solidFill>
                <a:latin typeface="Calibri"/>
              </a:rPr>
              <a:t>• f</a:t>
            </a:r>
          </a:p>
          <a:p>
            <a:r>
              <a:rPr sz="1200" b="0">
                <a:solidFill>
                  <a:srgbClr val="222222"/>
                </a:solidFill>
                <a:latin typeface="Calibri"/>
              </a:rPr>
              <a:t>•  </a:t>
            </a:r>
          </a:p>
          <a:p>
            <a:r>
              <a:rPr sz="1200" b="0">
                <a:solidFill>
                  <a:srgbClr val="222222"/>
                </a:solidFill>
                <a:latin typeface="Calibri"/>
              </a:rPr>
              <a:t>• u</a:t>
            </a:r>
          </a:p>
          <a:p>
            <a:r>
              <a:rPr sz="1200" b="0">
                <a:solidFill>
                  <a:srgbClr val="222222"/>
                </a:solidFill>
                <a:latin typeface="Calibri"/>
              </a:rPr>
              <a:t>• s</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I</a:t>
            </a:r>
          </a:p>
          <a:p>
            <a:r>
              <a:rPr sz="1200" b="0">
                <a:solidFill>
                  <a:srgbClr val="222222"/>
                </a:solidFill>
                <a:latin typeface="Calibri"/>
              </a:rPr>
              <a:t>• t</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i</a:t>
            </a:r>
          </a:p>
          <a:p>
            <a:r>
              <a:rPr sz="1200" b="0">
                <a:solidFill>
                  <a:srgbClr val="222222"/>
                </a:solidFill>
                <a:latin typeface="Calibri"/>
              </a:rPr>
              <a:t>• m</a:t>
            </a:r>
          </a:p>
          <a:p>
            <a:r>
              <a:rPr sz="1200" b="0">
                <a:solidFill>
                  <a:srgbClr val="222222"/>
                </a:solidFill>
                <a:latin typeface="Calibri"/>
              </a:rPr>
              <a:t>• p</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t</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t</a:t>
            </a:r>
          </a:p>
          <a:p>
            <a:r>
              <a:rPr sz="1200" b="0">
                <a:solidFill>
                  <a:srgbClr val="222222"/>
                </a:solidFill>
                <a:latin typeface="Calibri"/>
              </a:rPr>
              <a:t>•  </a:t>
            </a:r>
          </a:p>
          <a:p>
            <a:r>
              <a:rPr sz="1200" b="0">
                <a:solidFill>
                  <a:srgbClr val="222222"/>
                </a:solidFill>
                <a:latin typeface="Calibri"/>
              </a:rPr>
              <a:t>• t</a:t>
            </a:r>
          </a:p>
          <a:p>
            <a:r>
              <a:rPr sz="1200" b="0">
                <a:solidFill>
                  <a:srgbClr val="222222"/>
                </a:solidFill>
                <a:latin typeface="Calibri"/>
              </a:rPr>
              <a:t>• o</a:t>
            </a:r>
          </a:p>
          <a:p>
            <a:r>
              <a:rPr sz="1200" b="0">
                <a:solidFill>
                  <a:srgbClr val="222222"/>
                </a:solidFill>
                <a:latin typeface="Calibri"/>
              </a:rPr>
              <a:t>•  </a:t>
            </a:r>
          </a:p>
          <a:p>
            <a:r>
              <a:rPr sz="1200" b="0">
                <a:solidFill>
                  <a:srgbClr val="222222"/>
                </a:solidFill>
                <a:latin typeface="Calibri"/>
              </a:rPr>
              <a:t>• t</a:t>
            </a:r>
          </a:p>
          <a:p>
            <a:r>
              <a:rPr sz="1200" b="0">
                <a:solidFill>
                  <a:srgbClr val="222222"/>
                </a:solidFill>
                <a:latin typeface="Calibri"/>
              </a:rPr>
              <a:t>• a</a:t>
            </a:r>
          </a:p>
          <a:p>
            <a:r>
              <a:rPr sz="1200" b="0">
                <a:solidFill>
                  <a:srgbClr val="222222"/>
                </a:solidFill>
                <a:latin typeface="Calibri"/>
              </a:rPr>
              <a:t>• i</a:t>
            </a:r>
          </a:p>
          <a:p>
            <a:r>
              <a:rPr sz="1200" b="0">
                <a:solidFill>
                  <a:srgbClr val="222222"/>
                </a:solidFill>
                <a:latin typeface="Calibri"/>
              </a:rPr>
              <a:t>• l</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t</a:t>
            </a:r>
          </a:p>
          <a:p>
            <a:r>
              <a:rPr sz="1200" b="0">
                <a:solidFill>
                  <a:srgbClr val="222222"/>
                </a:solidFill>
                <a:latin typeface="Calibri"/>
              </a:rPr>
              <a:t>• h</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r</a:t>
            </a:r>
          </a:p>
          <a:p>
            <a:r>
              <a:rPr sz="1200" b="0">
                <a:solidFill>
                  <a:srgbClr val="222222"/>
                </a:solidFill>
                <a:latin typeface="Calibri"/>
              </a:rPr>
              <a:t>• e</a:t>
            </a:r>
          </a:p>
          <a:p>
            <a:r>
              <a:rPr sz="1200" b="0">
                <a:solidFill>
                  <a:srgbClr val="222222"/>
                </a:solidFill>
                <a:latin typeface="Calibri"/>
              </a:rPr>
              <a:t>• c</a:t>
            </a:r>
          </a:p>
          <a:p>
            <a:r>
              <a:rPr sz="1200" b="0">
                <a:solidFill>
                  <a:srgbClr val="222222"/>
                </a:solidFill>
                <a:latin typeface="Calibri"/>
              </a:rPr>
              <a:t>• o</a:t>
            </a:r>
          </a:p>
          <a:p>
            <a:r>
              <a:rPr sz="1200" b="0">
                <a:solidFill>
                  <a:srgbClr val="222222"/>
                </a:solidFill>
                <a:latin typeface="Calibri"/>
              </a:rPr>
              <a:t>• m</a:t>
            </a:r>
          </a:p>
          <a:p>
            <a:r>
              <a:rPr sz="1200" b="0">
                <a:solidFill>
                  <a:srgbClr val="222222"/>
                </a:solidFill>
                <a:latin typeface="Calibri"/>
              </a:rPr>
              <a:t>• m</a:t>
            </a:r>
          </a:p>
          <a:p>
            <a:r>
              <a:rPr sz="1200" b="0">
                <a:solidFill>
                  <a:srgbClr val="222222"/>
                </a:solidFill>
                <a:latin typeface="Calibri"/>
              </a:rPr>
              <a:t>• e</a:t>
            </a:r>
          </a:p>
          <a:p>
            <a:r>
              <a:rPr sz="1200" b="0">
                <a:solidFill>
                  <a:srgbClr val="222222"/>
                </a:solidFill>
                <a:latin typeface="Calibri"/>
              </a:rPr>
              <a:t>• n</a:t>
            </a:r>
          </a:p>
          <a:p>
            <a:r>
              <a:rPr sz="1200" b="0">
                <a:solidFill>
                  <a:srgbClr val="222222"/>
                </a:solidFill>
                <a:latin typeface="Calibri"/>
              </a:rPr>
              <a:t>• d</a:t>
            </a:r>
          </a:p>
          <a:p>
            <a:r>
              <a:rPr sz="1200" b="0">
                <a:solidFill>
                  <a:srgbClr val="222222"/>
                </a:solidFill>
                <a:latin typeface="Calibri"/>
              </a:rPr>
              <a:t>• a</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o</a:t>
            </a:r>
          </a:p>
          <a:p>
            <a:r>
              <a:rPr sz="1200" b="0">
                <a:solidFill>
                  <a:srgbClr val="222222"/>
                </a:solidFill>
                <a:latin typeface="Calibri"/>
              </a:rPr>
              <a:t>• n</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b</a:t>
            </a:r>
          </a:p>
          <a:p>
            <a:r>
              <a:rPr sz="1200" b="0">
                <a:solidFill>
                  <a:srgbClr val="222222"/>
                </a:solidFill>
                <a:latin typeface="Calibri"/>
              </a:rPr>
              <a:t>• a</a:t>
            </a:r>
          </a:p>
          <a:p>
            <a:r>
              <a:rPr sz="1200" b="0">
                <a:solidFill>
                  <a:srgbClr val="222222"/>
                </a:solidFill>
                <a:latin typeface="Calibri"/>
              </a:rPr>
              <a:t>• s</a:t>
            </a:r>
          </a:p>
          <a:p>
            <a:r>
              <a:rPr sz="1200" b="0">
                <a:solidFill>
                  <a:srgbClr val="222222"/>
                </a:solidFill>
                <a:latin typeface="Calibri"/>
              </a:rPr>
              <a:t>• e</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o</a:t>
            </a:r>
          </a:p>
          <a:p>
            <a:r>
              <a:rPr sz="1200" b="0">
                <a:solidFill>
                  <a:srgbClr val="222222"/>
                </a:solidFill>
                <a:latin typeface="Calibri"/>
              </a:rPr>
              <a:t>• n</a:t>
            </a:r>
          </a:p>
          <a:p>
            <a:r>
              <a:rPr sz="1200" b="0">
                <a:solidFill>
                  <a:srgbClr val="222222"/>
                </a:solidFill>
                <a:latin typeface="Calibri"/>
              </a:rPr>
              <a:t>•  </a:t>
            </a:r>
          </a:p>
          <a:p>
            <a:r>
              <a:rPr sz="1200" b="0">
                <a:solidFill>
                  <a:srgbClr val="222222"/>
                </a:solidFill>
                <a:latin typeface="Calibri"/>
              </a:rPr>
              <a:t>• t</a:t>
            </a:r>
          </a:p>
          <a:p>
            <a:r>
              <a:rPr sz="1200" b="0">
                <a:solidFill>
                  <a:srgbClr val="222222"/>
                </a:solidFill>
                <a:latin typeface="Calibri"/>
              </a:rPr>
              <a:t>• h</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p</a:t>
            </a:r>
          </a:p>
          <a:p>
            <a:r>
              <a:rPr sz="1200" b="0">
                <a:solidFill>
                  <a:srgbClr val="222222"/>
                </a:solidFill>
                <a:latin typeface="Calibri"/>
              </a:rPr>
              <a:t>• e</a:t>
            </a:r>
          </a:p>
          <a:p>
            <a:r>
              <a:rPr sz="1200" b="0">
                <a:solidFill>
                  <a:srgbClr val="222222"/>
                </a:solidFill>
                <a:latin typeface="Calibri"/>
              </a:rPr>
              <a:t>• c</a:t>
            </a:r>
          </a:p>
          <a:p>
            <a:r>
              <a:rPr sz="1200" b="0">
                <a:solidFill>
                  <a:srgbClr val="222222"/>
                </a:solidFill>
                <a:latin typeface="Calibri"/>
              </a:rPr>
              <a:t>• i</a:t>
            </a:r>
          </a:p>
          <a:p>
            <a:r>
              <a:rPr sz="1200" b="0">
                <a:solidFill>
                  <a:srgbClr val="222222"/>
                </a:solidFill>
                <a:latin typeface="Calibri"/>
              </a:rPr>
              <a:t>• f</a:t>
            </a:r>
          </a:p>
          <a:p>
            <a:r>
              <a:rPr sz="1200" b="0">
                <a:solidFill>
                  <a:srgbClr val="222222"/>
                </a:solidFill>
                <a:latin typeface="Calibri"/>
              </a:rPr>
              <a:t>• i</a:t>
            </a:r>
          </a:p>
          <a:p>
            <a:r>
              <a:rPr sz="1200" b="0">
                <a:solidFill>
                  <a:srgbClr val="222222"/>
                </a:solidFill>
                <a:latin typeface="Calibri"/>
              </a:rPr>
              <a:t>• c</a:t>
            </a:r>
          </a:p>
          <a:p>
            <a:r>
              <a:rPr sz="1200" b="0">
                <a:solidFill>
                  <a:srgbClr val="222222"/>
                </a:solidFill>
                <a:latin typeface="Calibri"/>
              </a:rPr>
              <a:t>•  </a:t>
            </a:r>
          </a:p>
          <a:p>
            <a:r>
              <a:rPr sz="1200" b="0">
                <a:solidFill>
                  <a:srgbClr val="222222"/>
                </a:solidFill>
                <a:latin typeface="Calibri"/>
              </a:rPr>
              <a:t>• u</a:t>
            </a:r>
          </a:p>
          <a:p>
            <a:r>
              <a:rPr sz="1200" b="0">
                <a:solidFill>
                  <a:srgbClr val="222222"/>
                </a:solidFill>
                <a:latin typeface="Calibri"/>
              </a:rPr>
              <a:t>• s</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c</a:t>
            </a:r>
          </a:p>
          <a:p>
            <a:r>
              <a:rPr sz="1200" b="0">
                <a:solidFill>
                  <a:srgbClr val="222222"/>
                </a:solidFill>
                <a:latin typeface="Calibri"/>
              </a:rPr>
              <a:t>• a</a:t>
            </a:r>
          </a:p>
          <a:p>
            <a:r>
              <a:rPr sz="1200" b="0">
                <a:solidFill>
                  <a:srgbClr val="222222"/>
                </a:solidFill>
                <a:latin typeface="Calibri"/>
              </a:rPr>
              <a:t>• s</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b</a:t>
            </a:r>
          </a:p>
          <a:p>
            <a:r>
              <a:rPr sz="1200" b="0">
                <a:solidFill>
                  <a:srgbClr val="222222"/>
                </a:solidFill>
                <a:latin typeface="Calibri"/>
              </a:rPr>
              <a:t>• u</a:t>
            </a:r>
          </a:p>
          <a:p>
            <a:r>
              <a:rPr sz="1200" b="0">
                <a:solidFill>
                  <a:srgbClr val="222222"/>
                </a:solidFill>
                <a:latin typeface="Calibri"/>
              </a:rPr>
              <a:t>• s</a:t>
            </a:r>
          </a:p>
          <a:p>
            <a:r>
              <a:rPr sz="1200" b="0">
                <a:solidFill>
                  <a:srgbClr val="222222"/>
                </a:solidFill>
                <a:latin typeface="Calibri"/>
              </a:rPr>
              <a:t>• i</a:t>
            </a:r>
          </a:p>
          <a:p>
            <a:r>
              <a:rPr sz="1200" b="0">
                <a:solidFill>
                  <a:srgbClr val="222222"/>
                </a:solidFill>
                <a:latin typeface="Calibri"/>
              </a:rPr>
              <a:t>• n</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n</a:t>
            </a:r>
          </a:p>
          <a:p>
            <a:r>
              <a:rPr sz="1200" b="0">
                <a:solidFill>
                  <a:srgbClr val="222222"/>
                </a:solidFill>
                <a:latin typeface="Calibri"/>
              </a:rPr>
              <a:t>• e</a:t>
            </a:r>
          </a:p>
          <a:p>
            <a:r>
              <a:rPr sz="1200" b="0">
                <a:solidFill>
                  <a:srgbClr val="222222"/>
                </a:solidFill>
                <a:latin typeface="Calibri"/>
              </a:rPr>
              <a:t>• e</a:t>
            </a:r>
          </a:p>
          <a:p>
            <a:r>
              <a:rPr sz="1200" b="0">
                <a:solidFill>
                  <a:srgbClr val="222222"/>
                </a:solidFill>
                <a:latin typeface="Calibri"/>
              </a:rPr>
              <a:t>• d</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d</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c</a:t>
            </a:r>
          </a:p>
          <a:p>
            <a:r>
              <a:rPr sz="1200" b="0">
                <a:solidFill>
                  <a:srgbClr val="222222"/>
                </a:solidFill>
                <a:latin typeface="Calibri"/>
              </a:rPr>
              <a:t>• r</a:t>
            </a:r>
          </a:p>
          <a:p>
            <a:r>
              <a:rPr sz="1200" b="0">
                <a:solidFill>
                  <a:srgbClr val="222222"/>
                </a:solidFill>
                <a:latin typeface="Calibri"/>
              </a:rPr>
              <a:t>• i</a:t>
            </a:r>
          </a:p>
          <a:p>
            <a:r>
              <a:rPr sz="1200" b="0">
                <a:solidFill>
                  <a:srgbClr val="222222"/>
                </a:solidFill>
                <a:latin typeface="Calibri"/>
              </a:rPr>
              <a:t>• b</a:t>
            </a:r>
          </a:p>
          <a:p>
            <a:r>
              <a:rPr sz="1200" b="0">
                <a:solidFill>
                  <a:srgbClr val="222222"/>
                </a:solidFill>
                <a:latin typeface="Calibri"/>
              </a:rPr>
              <a:t>• e</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b</a:t>
            </a:r>
          </a:p>
          <a:p>
            <a:r>
              <a:rPr sz="1200" b="0">
                <a:solidFill>
                  <a:srgbClr val="222222"/>
                </a:solidFill>
                <a:latin typeface="Calibri"/>
              </a:rPr>
              <a:t>• y</a:t>
            </a:r>
          </a:p>
          <a:p>
            <a:r>
              <a:rPr sz="1200" b="0">
                <a:solidFill>
                  <a:srgbClr val="222222"/>
                </a:solidFill>
                <a:latin typeface="Calibri"/>
              </a:rPr>
              <a:t>•  </a:t>
            </a:r>
          </a:p>
          <a:p>
            <a:r>
              <a:rPr sz="1200" b="0">
                <a:solidFill>
                  <a:srgbClr val="222222"/>
                </a:solidFill>
                <a:latin typeface="Calibri"/>
              </a:rPr>
              <a:t>• t</a:t>
            </a:r>
          </a:p>
          <a:p>
            <a:r>
              <a:rPr sz="1200" b="0">
                <a:solidFill>
                  <a:srgbClr val="222222"/>
                </a:solidFill>
                <a:latin typeface="Calibri"/>
              </a:rPr>
              <a:t>• h</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c</a:t>
            </a:r>
          </a:p>
          <a:p>
            <a:r>
              <a:rPr sz="1200" b="0">
                <a:solidFill>
                  <a:srgbClr val="222222"/>
                </a:solidFill>
                <a:latin typeface="Calibri"/>
              </a:rPr>
              <a:t>• u</a:t>
            </a:r>
          </a:p>
          <a:p>
            <a:r>
              <a:rPr sz="1200" b="0">
                <a:solidFill>
                  <a:srgbClr val="222222"/>
                </a:solidFill>
                <a:latin typeface="Calibri"/>
              </a:rPr>
              <a:t>• s</a:t>
            </a:r>
          </a:p>
          <a:p>
            <a:r>
              <a:rPr sz="1200" b="0">
                <a:solidFill>
                  <a:srgbClr val="222222"/>
                </a:solidFill>
                <a:latin typeface="Calibri"/>
              </a:rPr>
              <a:t>• t</a:t>
            </a:r>
          </a:p>
          <a:p>
            <a:r>
              <a:rPr sz="1200" b="0">
                <a:solidFill>
                  <a:srgbClr val="222222"/>
                </a:solidFill>
                <a:latin typeface="Calibri"/>
              </a:rPr>
              <a:t>• o</a:t>
            </a:r>
          </a:p>
          <a:p>
            <a:r>
              <a:rPr sz="1200" b="0">
                <a:solidFill>
                  <a:srgbClr val="222222"/>
                </a:solidFill>
                <a:latin typeface="Calibri"/>
              </a:rPr>
              <a:t>• m</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a:t>
            </a:r>
          </a:p>
        </p:txBody>
      </p:sp>
      <p:sp>
        <p:nvSpPr>
          <p:cNvPr id="4" name="TextBox 3"/>
          <p:cNvSpPr txBox="1"/>
          <p:nvPr/>
        </p:nvSpPr>
        <p:spPr>
          <a:xfrm>
            <a:off x="548640" y="6400800"/>
            <a:ext cx="8229600" cy="457200"/>
          </a:xfrm>
          <a:prstGeom prst="rect">
            <a:avLst/>
          </a:prstGeom>
          <a:noFill/>
        </p:spPr>
        <p:txBody>
          <a:bodyPr wrap="none">
            <a:spAutoFit/>
          </a:bodyPr>
          <a:lstStyle/>
          <a:p>
            <a:pPr algn="l"/>
            <a:r>
              <a:rPr sz="900" b="0">
                <a:solidFill>
                  <a:srgbClr val="787878"/>
                </a:solidFill>
                <a:latin typeface="Calibri"/>
              </a:rPr>
              <a:t>Suggested bundles to increase deal value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914400"/>
            <a:ext cx="8229600" cy="548640"/>
          </a:xfrm>
          <a:prstGeom prst="rect">
            <a:avLst/>
          </a:prstGeom>
          <a:noFill/>
        </p:spPr>
        <p:txBody>
          <a:bodyPr wrap="none">
            <a:spAutoFit/>
          </a:bodyPr>
          <a:lstStyle/>
          <a:p>
            <a:r>
              <a:rPr sz="2200" b="1">
                <a:solidFill>
                  <a:srgbClr val="004279"/>
                </a:solidFill>
                <a:latin typeface="Calibri"/>
              </a:rPr>
              <a:t>Next Steps &amp; Call to Action</a:t>
            </a:r>
          </a:p>
        </p:txBody>
      </p:sp>
      <p:sp>
        <p:nvSpPr>
          <p:cNvPr id="3" name="TextBox 2"/>
          <p:cNvSpPr txBox="1"/>
          <p:nvPr/>
        </p:nvSpPr>
        <p:spPr>
          <a:xfrm>
            <a:off x="548640" y="1463040"/>
            <a:ext cx="8229600" cy="2560320"/>
          </a:xfrm>
          <a:prstGeom prst="rect">
            <a:avLst/>
          </a:prstGeom>
          <a:noFill/>
        </p:spPr>
        <p:txBody>
          <a:bodyPr wrap="none">
            <a:spAutoFit/>
          </a:bodyPr>
          <a:lstStyle/>
          <a:p>
            <a:r>
              <a:rPr sz="1200" b="0">
                <a:solidFill>
                  <a:srgbClr val="222222"/>
                </a:solidFill>
                <a:latin typeface="Calibri"/>
              </a:rPr>
              <a:t>1) Confirm shortlist and configuration</a:t>
            </a:r>
          </a:p>
          <a:p>
            <a:r>
              <a:t>2) Request formal quote and lead time</a:t>
            </a:r>
          </a:p>
          <a:p>
            <a:r>
              <a:t>3) Schedule an on-site demo or workshop</a:t>
            </a:r>
          </a:p>
          <a:p/>
          <a:p>
            <a:r>
              <a:t>Contact: HP Sales Representative</a:t>
            </a:r>
          </a:p>
        </p:txBody>
      </p:sp>
      <p:sp>
        <p:nvSpPr>
          <p:cNvPr id="4" name="TextBox 3"/>
          <p:cNvSpPr txBox="1"/>
          <p:nvPr/>
        </p:nvSpPr>
        <p:spPr>
          <a:xfrm>
            <a:off x="548640" y="6400800"/>
            <a:ext cx="8229600" cy="457200"/>
          </a:xfrm>
          <a:prstGeom prst="rect">
            <a:avLst/>
          </a:prstGeom>
          <a:noFill/>
        </p:spPr>
        <p:txBody>
          <a:bodyPr wrap="none">
            <a:spAutoFit/>
          </a:bodyPr>
          <a:lstStyle/>
          <a:p>
            <a:pPr algn="l"/>
            <a:r>
              <a:rPr sz="900" b="0">
                <a:solidFill>
                  <a:srgbClr val="787878"/>
                </a:solidFill>
                <a:latin typeface="Calibri"/>
              </a:rPr>
              <a:t>Thank you — HP Sales Team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