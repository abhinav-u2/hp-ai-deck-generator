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315200" cy="1097280"/>
          </a:xfrm>
          <a:prstGeom prst="rect">
            <a:avLst/>
          </a:prstGeom>
          <a:noFill/>
        </p:spPr>
        <p:txBody>
          <a:bodyPr wrap="none">
            <a:spAutoFit/>
          </a:bodyPr>
          <a:lstStyle/>
          <a:p>
            <a:pPr algn="l"/>
            <a:r>
              <a:rPr sz="3200" b="1">
                <a:solidFill>
                  <a:srgbClr val="004279"/>
                </a:solidFill>
                <a:latin typeface="Calibri"/>
              </a:rPr>
              <a:t>Introducing our cutting-edge product, designed to elevate yo</a:t>
            </a:r>
          </a:p>
        </p:txBody>
      </p:sp>
      <p:sp>
        <p:nvSpPr>
          <p:cNvPr id="3" name="TextBox 2"/>
          <p:cNvSpPr txBox="1"/>
          <p:nvPr/>
        </p:nvSpPr>
        <p:spPr>
          <a:xfrm>
            <a:off x="548640" y="1463040"/>
            <a:ext cx="7315200" cy="914400"/>
          </a:xfrm>
          <a:prstGeom prst="rect">
            <a:avLst/>
          </a:prstGeom>
          <a:noFill/>
        </p:spPr>
        <p:txBody>
          <a:bodyPr wrap="none">
            <a:spAutoFit/>
          </a:bodyPr>
          <a:lstStyle/>
          <a:p>
            <a:r>
              <a:rPr sz="1400" b="0">
                <a:solidFill>
                  <a:srgbClr val="787878"/>
                </a:solidFill>
                <a:latin typeface="Calibri"/>
              </a:rPr>
              <a:t>Proposal for: We need 10 laptops for a design team, around ₹1 lakh each, lightweight, 8GB RAM, and good graphics.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7772400" cy="457200"/>
          </a:xfrm>
          <a:prstGeom prst="rect">
            <a:avLst/>
          </a:prstGeom>
          <a:noFill/>
        </p:spPr>
        <p:txBody>
          <a:bodyPr wrap="none">
            <a:spAutoFit/>
          </a:bodyPr>
          <a:lstStyle/>
          <a:p>
            <a:r>
              <a:rPr sz="2000" b="1">
                <a:solidFill>
                  <a:srgbClr val="004279"/>
                </a:solidFill>
                <a:latin typeface="Calibri"/>
              </a:rPr>
              <a:t>Executive Summary</a:t>
            </a:r>
          </a:p>
        </p:txBody>
      </p:sp>
      <p:sp>
        <p:nvSpPr>
          <p:cNvPr id="3" name="TextBox 2"/>
          <p:cNvSpPr txBox="1"/>
          <p:nvPr/>
        </p:nvSpPr>
        <p:spPr>
          <a:xfrm>
            <a:off x="548640" y="1097280"/>
            <a:ext cx="4572000" cy="2926080"/>
          </a:xfrm>
          <a:prstGeom prst="rect">
            <a:avLst/>
          </a:prstGeom>
          <a:noFill/>
        </p:spPr>
        <p:txBody>
          <a:bodyPr wrap="none">
            <a:spAutoFit/>
          </a:bodyPr>
          <a:lstStyle/>
          <a:p>
            <a:r>
              <a:rPr sz="1200" b="0">
                <a:solidFill>
                  <a:srgbClr val="222222"/>
                </a:solidFill>
                <a:latin typeface="Calibri"/>
              </a:rPr>
              <a:t>Introducing our cutting-edge product, designed to elevate your experience with unmatched precision and efficiency.</a:t>
            </a:r>
          </a:p>
          <a:p>
            <a:r>
              <a:t>Featuring state-of-the-art technology, it outperforms competitors with its unparalleled durability and intuitive user</a:t>
            </a:r>
          </a:p>
          <a:p>
            <a:r>
              <a:t>interface. Our dedicated support team ensures seamless integration and ongoing assistance, giving you peace of mind.</a:t>
            </a:r>
          </a:p>
          <a:p>
            <a:r>
              <a:t>Choose us for superior quality and innovation that drives success.</a:t>
            </a:r>
          </a:p>
        </p:txBody>
      </p:sp>
      <p:sp>
        <p:nvSpPr>
          <p:cNvPr id="4" name="TextBox 3"/>
          <p:cNvSpPr txBox="1"/>
          <p:nvPr/>
        </p:nvSpPr>
        <p:spPr>
          <a:xfrm>
            <a:off x="6217920" y="1097280"/>
            <a:ext cx="2743200" cy="2926080"/>
          </a:xfrm>
          <a:prstGeom prst="rect">
            <a:avLst/>
          </a:prstGeom>
          <a:noFill/>
        </p:spPr>
        <p:txBody>
          <a:bodyPr wrap="none">
            <a:spAutoFit/>
          </a:bodyPr>
          <a:lstStyle/>
          <a:p>
            <a:r>
              <a:rPr sz="1400" b="1">
                <a:solidFill>
                  <a:srgbClr val="0084B4"/>
                </a:solidFill>
                <a:latin typeface="Calibri"/>
              </a:rPr>
              <a:t>Key Highlights</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k</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_</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g</a:t>
            </a:r>
          </a:p>
          <a:p>
            <a:pPr lvl="1"/>
            <a:r>
              <a:rPr sz="1200" b="0">
                <a:solidFill>
                  <a:srgbClr val="222222"/>
                </a:solidFill>
                <a:latin typeface="Calibri"/>
              </a:rPr>
              <a:t>• _</a:t>
            </a:r>
          </a:p>
          <a:p>
            <a:pPr lvl="1"/>
            <a:r>
              <a:rPr sz="1200" b="0">
                <a:solidFill>
                  <a:srgbClr val="222222"/>
                </a:solidFill>
                <a:latin typeface="Calibri"/>
              </a:rPr>
              <a:t>• 1</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9</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w</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v</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y</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_</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g</a:t>
            </a:r>
          </a:p>
          <a:p>
            <a:pPr lvl="1"/>
            <a:r>
              <a:rPr sz="1200" b="0">
                <a:solidFill>
                  <a:srgbClr val="222222"/>
                </a:solidFill>
                <a:latin typeface="Calibri"/>
              </a:rPr>
              <a:t>• _</a:t>
            </a:r>
          </a:p>
          <a:p>
            <a:pPr lvl="1"/>
            <a:r>
              <a:rPr sz="1200" b="0">
                <a:solidFill>
                  <a:srgbClr val="222222"/>
                </a:solidFill>
                <a:latin typeface="Calibri"/>
              </a:rPr>
              <a:t>• 1</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j</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&amp;</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3</a:t>
            </a:r>
          </a:p>
          <a:p>
            <a:pPr lvl="1"/>
            <a:r>
              <a:rPr sz="1200" b="0">
                <a:solidFill>
                  <a:srgbClr val="222222"/>
                </a:solidFill>
                <a:latin typeface="Calibri"/>
              </a:rPr>
              <a:t>• 9</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z</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i</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5</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_</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g</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4</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5</a:t>
            </a:r>
          </a:p>
          <a:p>
            <a:pPr lvl="1"/>
            <a:r>
              <a:rPr sz="1200" b="0">
                <a:solidFill>
                  <a:srgbClr val="222222"/>
                </a:solidFill>
                <a:latin typeface="Calibri"/>
              </a:rPr>
              <a:t>• 8</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u</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u</a:t>
            </a:r>
          </a:p>
          <a:p>
            <a:pPr lvl="1"/>
            <a:r>
              <a:rPr sz="1200" b="0">
                <a:solidFill>
                  <a:srgbClr val="222222"/>
                </a:solidFill>
                <a:latin typeface="Calibri"/>
              </a:rPr>
              <a:t>• l</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i</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8</a:t>
            </a:r>
          </a:p>
          <a:p>
            <a:pPr lvl="1"/>
            <a:r>
              <a:rPr sz="1200" b="0">
                <a:solidFill>
                  <a:srgbClr val="222222"/>
                </a:solidFill>
                <a:latin typeface="Calibri"/>
              </a:rPr>
              <a:t>• 4</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_</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g</a:t>
            </a:r>
          </a:p>
          <a:p>
            <a:pPr lvl="1"/>
            <a:r>
              <a:rPr sz="1200" b="0">
                <a:solidFill>
                  <a:srgbClr val="222222"/>
                </a:solidFill>
                <a:latin typeface="Calibri"/>
              </a:rPr>
              <a:t>• _</a:t>
            </a:r>
          </a:p>
          <a:p>
            <a:pPr lvl="1"/>
            <a:r>
              <a:rPr sz="1200" b="0">
                <a:solidFill>
                  <a:srgbClr val="222222"/>
                </a:solidFill>
                <a:latin typeface="Calibri"/>
              </a:rPr>
              <a:t>• 1</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p</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y</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h</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g</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c</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i</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j</a:t>
            </a:r>
          </a:p>
          <a:p>
            <a:pPr lvl="1"/>
            <a:r>
              <a:rPr sz="1200" b="0">
                <a:solidFill>
                  <a:srgbClr val="222222"/>
                </a:solidFill>
                <a:latin typeface="Calibri"/>
              </a:rPr>
              <a:t>• e</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2</a:t>
            </a:r>
          </a:p>
          <a:p>
            <a:pPr lvl="1"/>
            <a:r>
              <a:rPr sz="1200" b="0">
                <a:solidFill>
                  <a:srgbClr val="222222"/>
                </a:solidFill>
                <a:latin typeface="Calibri"/>
              </a:rPr>
              <a:t>• .</a:t>
            </a:r>
          </a:p>
          <a:p>
            <a:pPr lvl="1"/>
            <a:r>
              <a:rPr sz="1200" b="0">
                <a:solidFill>
                  <a:srgbClr val="222222"/>
                </a:solidFill>
                <a:latin typeface="Calibri"/>
              </a:rPr>
              <a:t>• 0</a:t>
            </a:r>
          </a:p>
          <a:p>
            <a:pPr lvl="1"/>
            <a:r>
              <a:rPr sz="1200" b="0">
                <a:solidFill>
                  <a:srgbClr val="222222"/>
                </a:solidFill>
                <a:latin typeface="Calibri"/>
              </a:rPr>
              <a:t>•  </a:t>
            </a:r>
          </a:p>
          <a:p>
            <a:pPr lvl="1"/>
            <a:r>
              <a:rPr sz="1200" b="0">
                <a:solidFill>
                  <a:srgbClr val="222222"/>
                </a:solidFill>
                <a:latin typeface="Calibri"/>
              </a:rPr>
              <a:t>• k</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k</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t</a:t>
            </a:r>
          </a:p>
          <a:p>
            <a:pPr lvl="1"/>
            <a:r>
              <a:rPr sz="1200" b="0">
                <a:solidFill>
                  <a:srgbClr val="222222"/>
                </a:solidFill>
                <a:latin typeface="Calibri"/>
              </a:rPr>
              <a:t>• w</a:t>
            </a:r>
          </a:p>
          <a:p>
            <a:pPr lvl="1"/>
            <a:r>
              <a:rPr sz="1200" b="0">
                <a:solidFill>
                  <a:srgbClr val="222222"/>
                </a:solidFill>
                <a:latin typeface="Calibri"/>
              </a:rPr>
              <a:t>• e</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w</a:t>
            </a:r>
          </a:p>
          <a:p>
            <a:pPr lvl="1"/>
            <a:r>
              <a:rPr sz="1200" b="0">
                <a:solidFill>
                  <a:srgbClr val="222222"/>
                </a:solidFill>
                <a:latin typeface="Calibri"/>
              </a:rPr>
              <a:t>• h</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v</a:t>
            </a:r>
          </a:p>
          <a:p>
            <a:pPr lvl="1"/>
            <a:r>
              <a:rPr sz="1200" b="0">
                <a:solidFill>
                  <a:srgbClr val="222222"/>
                </a:solidFill>
                <a:latin typeface="Calibri"/>
              </a:rPr>
              <a:t>• e</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q</a:t>
            </a:r>
          </a:p>
          <a:p>
            <a:pPr lvl="1"/>
            <a:r>
              <a:rPr sz="1200" b="0">
                <a:solidFill>
                  <a:srgbClr val="222222"/>
                </a:solidFill>
                <a:latin typeface="Calibri"/>
              </a:rPr>
              <a:t>• u</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t</a:t>
            </a:r>
          </a:p>
          <a:p>
            <a:pPr lvl="1"/>
            <a:r>
              <a:rPr sz="1200" b="0">
                <a:solidFill>
                  <a:srgbClr val="222222"/>
                </a:solidFill>
                <a:latin typeface="Calibri"/>
              </a:rPr>
              <a:t>• l</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y</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M</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x</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p</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g</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u</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a:t>
            </a:r>
          </a:p>
          <a:p>
            <a:pPr lvl="1"/>
            <a:r>
              <a:rPr sz="1200" b="0">
                <a:solidFill>
                  <a:srgbClr val="222222"/>
                </a:solidFill>
                <a:latin typeface="Calibri"/>
              </a:rPr>
              <a:t>• 1</a:t>
            </a:r>
          </a:p>
          <a:p>
            <a:pPr lvl="1"/>
            <a:r>
              <a:rPr sz="1200" b="0">
                <a:solidFill>
                  <a:srgbClr val="222222"/>
                </a:solidFill>
                <a:latin typeface="Calibri"/>
              </a:rPr>
              <a:t>• 6</a:t>
            </a:r>
          </a:p>
          <a:p>
            <a:pPr lvl="1"/>
            <a:r>
              <a:rPr sz="1200" b="0">
                <a:solidFill>
                  <a:srgbClr val="222222"/>
                </a:solidFill>
                <a:latin typeface="Calibri"/>
              </a:rPr>
              <a:t>• G</a:t>
            </a:r>
          </a:p>
          <a:p>
            <a:pPr lvl="1"/>
            <a:r>
              <a:rPr sz="1200" b="0">
                <a:solidFill>
                  <a:srgbClr val="222222"/>
                </a:solidFill>
                <a:latin typeface="Calibri"/>
              </a:rPr>
              <a:t>• B</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a</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u</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d</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P</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a:t>
            </a:r>
          </a:p>
          <a:p>
            <a:pPr lvl="1"/>
            <a:r>
              <a:rPr sz="1200" b="0">
                <a:solidFill>
                  <a:srgbClr val="222222"/>
                </a:solidFill>
                <a:latin typeface="Calibri"/>
              </a:rPr>
              <a:t>• 6</a:t>
            </a:r>
          </a:p>
          <a:p>
            <a:pPr lvl="1"/>
            <a:r>
              <a:rPr sz="1200" b="0">
                <a:solidFill>
                  <a:srgbClr val="222222"/>
                </a:solidFill>
                <a:latin typeface="Calibri"/>
              </a:rPr>
              <a:t>• 4</a:t>
            </a:r>
          </a:p>
          <a:p>
            <a:pPr lvl="1"/>
            <a:r>
              <a:rPr sz="1200" b="0">
                <a:solidFill>
                  <a:srgbClr val="222222"/>
                </a:solidFill>
                <a:latin typeface="Calibri"/>
              </a:rPr>
              <a:t>• 5</a:t>
            </a:r>
          </a:p>
          <a:p>
            <a:pPr lvl="1"/>
            <a:r>
              <a:rPr sz="1200" b="0">
                <a:solidFill>
                  <a:srgbClr val="222222"/>
                </a:solidFill>
                <a:latin typeface="Calibri"/>
              </a:rPr>
              <a:t>•  </a:t>
            </a:r>
          </a:p>
          <a:p>
            <a:pPr lvl="1"/>
            <a:r>
              <a:rPr sz="1200" b="0">
                <a:solidFill>
                  <a:srgbClr val="222222"/>
                </a:solidFill>
                <a:latin typeface="Calibri"/>
              </a:rPr>
              <a:t>• G</a:t>
            </a:r>
          </a:p>
          <a:p>
            <a:pPr lvl="1"/>
            <a:r>
              <a:rPr sz="1200" b="0">
                <a:solidFill>
                  <a:srgbClr val="222222"/>
                </a:solidFill>
                <a:latin typeface="Calibri"/>
              </a:rPr>
              <a:t>• 1</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p</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g</a:t>
            </a:r>
          </a:p>
          <a:p>
            <a:pPr lvl="1"/>
            <a:r>
              <a:rPr sz="1200" b="0">
                <a:solidFill>
                  <a:srgbClr val="222222"/>
                </a:solidFill>
                <a:latin typeface="Calibri"/>
              </a:rPr>
              <a:t>• e</a:t>
            </a:r>
          </a:p>
          <a:p>
            <a:pPr lvl="1"/>
            <a:r>
              <a:rPr sz="1200" b="0">
                <a:solidFill>
                  <a:srgbClr val="222222"/>
                </a:solidFill>
                <a:latin typeface="Calibri"/>
              </a:rPr>
              <a:t>• _</a:t>
            </a:r>
          </a:p>
          <a:p>
            <a:pPr lvl="1"/>
            <a:r>
              <a:rPr sz="1200" b="0">
                <a:solidFill>
                  <a:srgbClr val="222222"/>
                </a:solidFill>
                <a:latin typeface="Calibri"/>
              </a:rPr>
              <a:t>• 5</a:t>
            </a:r>
          </a:p>
          <a:p>
            <a:pPr lvl="1"/>
            <a:r>
              <a:rPr sz="1200" b="0">
                <a:solidFill>
                  <a:srgbClr val="222222"/>
                </a:solidFill>
                <a:latin typeface="Calibri"/>
              </a:rPr>
              <a:t>• _</a:t>
            </a:r>
          </a:p>
          <a:p>
            <a:pPr lvl="1"/>
            <a:r>
              <a:rPr sz="1200" b="0">
                <a:solidFill>
                  <a:srgbClr val="222222"/>
                </a:solidFill>
                <a:latin typeface="Calibri"/>
              </a:rPr>
              <a:t>• i</a:t>
            </a:r>
          </a:p>
          <a:p>
            <a:pPr lvl="1"/>
            <a:r>
              <a:rPr sz="1200" b="0">
                <a:solidFill>
                  <a:srgbClr val="222222"/>
                </a:solidFill>
                <a:latin typeface="Calibri"/>
              </a:rPr>
              <a:t>• m</a:t>
            </a:r>
          </a:p>
          <a:p>
            <a:pPr lvl="1"/>
            <a:r>
              <a:rPr sz="1200" b="0">
                <a:solidFill>
                  <a:srgbClr val="222222"/>
                </a:solidFill>
                <a:latin typeface="Calibri"/>
              </a:rPr>
              <a:t>• g</a:t>
            </a:r>
          </a:p>
          <a:p>
            <a:pPr lvl="1"/>
            <a:r>
              <a:rPr sz="1200" b="0">
                <a:solidFill>
                  <a:srgbClr val="222222"/>
                </a:solidFill>
                <a:latin typeface="Calibri"/>
              </a:rPr>
              <a:t>• _</a:t>
            </a:r>
          </a:p>
          <a:p>
            <a:pPr lvl="1"/>
            <a:r>
              <a:rPr sz="1200" b="0">
                <a:solidFill>
                  <a:srgbClr val="222222"/>
                </a:solidFill>
                <a:latin typeface="Calibri"/>
              </a:rPr>
              <a:t>• 1</a:t>
            </a:r>
          </a:p>
          <a:p>
            <a:pPr lvl="1"/>
            <a:r>
              <a:rPr sz="1200" b="0">
                <a:solidFill>
                  <a:srgbClr val="222222"/>
                </a:solidFill>
                <a:latin typeface="Calibri"/>
              </a:rPr>
              <a:t>• 3</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a:t>
            </a:r>
            <a:br/>
          </a:p>
          <a:p>
            <a:pPr lvl="1"/>
            <a:r>
              <a:rPr sz="1200" b="0">
                <a:solidFill>
                  <a:srgbClr val="222222"/>
                </a:solidFill>
                <a:latin typeface="Calibri"/>
              </a:rPr>
              <a:t>• </a:t>
            </a:r>
            <a:b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h</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l</a:t>
            </a:r>
          </a:p>
          <a:p>
            <a:pPr lvl="1"/>
            <a:r>
              <a:rPr sz="1200" b="0">
                <a:solidFill>
                  <a:srgbClr val="222222"/>
                </a:solidFill>
                <a:latin typeface="Calibri"/>
              </a:rPr>
              <a:t>• i</a:t>
            </a:r>
          </a:p>
          <a:p>
            <a:pPr lvl="1"/>
            <a:r>
              <a:rPr sz="1200" b="0">
                <a:solidFill>
                  <a:srgbClr val="222222"/>
                </a:solidFill>
                <a:latin typeface="Calibri"/>
              </a:rPr>
              <a:t>• g</a:t>
            </a:r>
          </a:p>
          <a:p>
            <a:pPr lvl="1"/>
            <a:r>
              <a:rPr sz="1200" b="0">
                <a:solidFill>
                  <a:srgbClr val="222222"/>
                </a:solidFill>
                <a:latin typeface="Calibri"/>
              </a:rPr>
              <a:t>• h</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e</a:t>
            </a:r>
          </a:p>
          <a:p>
            <a:pPr lvl="1"/>
            <a:r>
              <a:rPr sz="1200" b="0">
                <a:solidFill>
                  <a:srgbClr val="222222"/>
                </a:solidFill>
                <a:latin typeface="Calibri"/>
              </a:rPr>
              <a:t>• m</a:t>
            </a:r>
          </a:p>
          <a:p>
            <a:pPr lvl="1"/>
            <a:r>
              <a:rPr sz="1200" b="0">
                <a:solidFill>
                  <a:srgbClr val="222222"/>
                </a:solidFill>
                <a:latin typeface="Calibri"/>
              </a:rPr>
              <a:t>• p</a:t>
            </a:r>
          </a:p>
          <a:p>
            <a:pPr lvl="1"/>
            <a:r>
              <a:rPr sz="1200" b="0">
                <a:solidFill>
                  <a:srgbClr val="222222"/>
                </a:solidFill>
                <a:latin typeface="Calibri"/>
              </a:rPr>
              <a:t>• h</a:t>
            </a:r>
          </a:p>
          <a:p>
            <a:pPr lvl="1"/>
            <a:r>
              <a:rPr sz="1200" b="0">
                <a:solidFill>
                  <a:srgbClr val="222222"/>
                </a:solidFill>
                <a:latin typeface="Calibri"/>
              </a:rPr>
              <a:t>• a</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z</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u</a:t>
            </a:r>
          </a:p>
          <a:p>
            <a:pPr lvl="1"/>
            <a:r>
              <a:rPr sz="1200" b="0">
                <a:solidFill>
                  <a:srgbClr val="222222"/>
                </a:solidFill>
                <a:latin typeface="Calibri"/>
              </a:rPr>
              <a:t>• n</a:t>
            </a:r>
          </a:p>
          <a:p>
            <a:pPr lvl="1"/>
            <a:r>
              <a:rPr sz="1200" b="0">
                <a:solidFill>
                  <a:srgbClr val="222222"/>
                </a:solidFill>
                <a:latin typeface="Calibri"/>
              </a:rPr>
              <a:t>• c</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e</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f</a:t>
            </a:r>
          </a:p>
          <a:p>
            <a:pPr lvl="1"/>
            <a:r>
              <a:rPr sz="1200" b="0">
                <a:solidFill>
                  <a:srgbClr val="222222"/>
                </a:solidFill>
                <a:latin typeface="Calibri"/>
              </a:rPr>
              <a:t>• i</a:t>
            </a:r>
          </a:p>
          <a:p>
            <a:pPr lvl="1"/>
            <a:r>
              <a:rPr sz="1200" b="0">
                <a:solidFill>
                  <a:srgbClr val="222222"/>
                </a:solidFill>
                <a:latin typeface="Calibri"/>
              </a:rPr>
              <a:t>• t</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n</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b</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u</a:t>
            </a:r>
          </a:p>
          <a:p>
            <a:pPr lvl="1"/>
            <a:r>
              <a:rPr sz="1200" b="0">
                <a:solidFill>
                  <a:srgbClr val="222222"/>
                </a:solidFill>
                <a:latin typeface="Calibri"/>
              </a:rPr>
              <a:t>• t</a:t>
            </a:r>
          </a:p>
          <a:p>
            <a:pPr lvl="1"/>
            <a:r>
              <a:rPr sz="1200" b="0">
                <a:solidFill>
                  <a:srgbClr val="222222"/>
                </a:solidFill>
                <a:latin typeface="Calibri"/>
              </a:rPr>
              <a:t>• c</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a</a:t>
            </a:r>
          </a:p>
          <a:p>
            <a:pPr lvl="1"/>
            <a:r>
              <a:rPr sz="1200" b="0">
                <a:solidFill>
                  <a:srgbClr val="222222"/>
                </a:solidFill>
                <a:latin typeface="Calibri"/>
              </a:rPr>
              <a:t>• i</a:t>
            </a:r>
          </a:p>
          <a:p>
            <a:pPr lvl="1"/>
            <a:r>
              <a:rPr sz="1200" b="0">
                <a:solidFill>
                  <a:srgbClr val="222222"/>
                </a:solidFill>
                <a:latin typeface="Calibri"/>
              </a:rPr>
              <a:t>• l</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e</a:t>
            </a:r>
          </a:p>
          <a:p>
            <a:pPr lvl="1"/>
            <a:r>
              <a:rPr sz="1200" b="0">
                <a:solidFill>
                  <a:srgbClr val="222222"/>
                </a:solidFill>
                <a:latin typeface="Calibri"/>
              </a:rPr>
              <a:t>• d</a:t>
            </a:r>
          </a:p>
          <a:p>
            <a:pPr lvl="1"/>
            <a:r>
              <a:rPr sz="1200" b="0">
                <a:solidFill>
                  <a:srgbClr val="222222"/>
                </a:solidFill>
                <a:latin typeface="Calibri"/>
              </a:rPr>
              <a:t>•  </a:t>
            </a:r>
          </a:p>
          <a:p>
            <a:pPr lvl="1"/>
            <a:r>
              <a:rPr sz="1200" b="0">
                <a:solidFill>
                  <a:srgbClr val="222222"/>
                </a:solidFill>
                <a:latin typeface="Calibri"/>
              </a:rPr>
              <a:t>• f</a:t>
            </a:r>
          </a:p>
          <a:p>
            <a:pPr lvl="1"/>
            <a:r>
              <a:rPr sz="1200" b="0">
                <a:solidFill>
                  <a:srgbClr val="222222"/>
                </a:solidFill>
                <a:latin typeface="Calibri"/>
              </a:rPr>
              <a:t>• o</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r</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e</a:t>
            </a:r>
          </a:p>
          <a:p>
            <a:pPr lvl="1"/>
            <a:r>
              <a:rPr sz="1200" b="0">
                <a:solidFill>
                  <a:srgbClr val="222222"/>
                </a:solidFill>
                <a:latin typeface="Calibri"/>
              </a:rPr>
              <a:t>• s</a:t>
            </a:r>
          </a:p>
          <a:p>
            <a:pPr lvl="1"/>
            <a:r>
              <a:rPr sz="1200" b="0">
                <a:solidFill>
                  <a:srgbClr val="222222"/>
                </a:solidFill>
                <a:latin typeface="Calibri"/>
              </a:rPr>
              <a:t>• s</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a:t>
            </a:r>
          </a:p>
          <a:p>
            <a:pPr lvl="1"/>
            <a:r>
              <a:rPr sz="1200" b="0">
                <a:solidFill>
                  <a:srgbClr val="222222"/>
                </a:solidFill>
                <a:latin typeface="Calibri"/>
              </a:rPr>
              <a:t>• c</a:t>
            </a:r>
          </a:p>
          <a:p>
            <a:pPr lvl="1"/>
            <a:r>
              <a:rPr sz="1200" b="0">
                <a:solidFill>
                  <a:srgbClr val="222222"/>
                </a:solidFill>
                <a:latin typeface="Calibri"/>
              </a:rPr>
              <a:t>• u</a:t>
            </a:r>
          </a:p>
          <a:p>
            <a:pPr lvl="1"/>
            <a:r>
              <a:rPr sz="1200" b="0">
                <a:solidFill>
                  <a:srgbClr val="222222"/>
                </a:solidFill>
                <a:latin typeface="Calibri"/>
              </a:rPr>
              <a:t>• s</a:t>
            </a:r>
          </a:p>
          <a:p>
            <a:pPr lvl="1"/>
            <a:r>
              <a:rPr sz="1200" b="0">
                <a:solidFill>
                  <a:srgbClr val="222222"/>
                </a:solidFill>
                <a:latin typeface="Calibri"/>
              </a:rPr>
              <a:t>• t</a:t>
            </a:r>
          </a:p>
          <a:p>
            <a:pPr lvl="1"/>
            <a:r>
              <a:rPr sz="1200" b="0">
                <a:solidFill>
                  <a:srgbClr val="222222"/>
                </a:solidFill>
                <a:latin typeface="Calibri"/>
              </a:rPr>
              <a:t>• o</a:t>
            </a:r>
          </a:p>
          <a:p>
            <a:pPr lvl="1"/>
            <a:r>
              <a:rPr sz="1200" b="0">
                <a:solidFill>
                  <a:srgbClr val="222222"/>
                </a:solidFill>
                <a:latin typeface="Calibri"/>
              </a:rPr>
              <a:t>• m</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t>
            </a:r>
          </a:p>
          <a:p>
            <a:pPr lvl="1"/>
            <a:r>
              <a:rPr sz="1200" b="0">
                <a:solidFill>
                  <a:srgbClr val="222222"/>
                </a:solidFill>
                <a:latin typeface="Calibri"/>
              </a:rPr>
              <a:t>• m</a:t>
            </a:r>
          </a:p>
          <a:p>
            <a:pPr lvl="1"/>
            <a:r>
              <a:rPr sz="1200" b="0">
                <a:solidFill>
                  <a:srgbClr val="222222"/>
                </a:solidFill>
                <a:latin typeface="Calibri"/>
              </a:rPr>
              <a:t>• a</a:t>
            </a:r>
          </a:p>
          <a:p>
            <a:pPr lvl="1"/>
            <a:r>
              <a:rPr sz="1200" b="0">
                <a:solidFill>
                  <a:srgbClr val="222222"/>
                </a:solidFill>
                <a:latin typeface="Calibri"/>
              </a:rPr>
              <a:t>• k</a:t>
            </a:r>
          </a:p>
          <a:p>
            <a:pPr lvl="1"/>
            <a:r>
              <a:rPr sz="1200" b="0">
                <a:solidFill>
                  <a:srgbClr val="222222"/>
                </a:solidFill>
                <a:latin typeface="Calibri"/>
              </a:rPr>
              <a:t>• i</a:t>
            </a:r>
          </a:p>
          <a:p>
            <a:pPr lvl="1"/>
            <a:r>
              <a:rPr sz="1200" b="0">
                <a:solidFill>
                  <a:srgbClr val="222222"/>
                </a:solidFill>
                <a:latin typeface="Calibri"/>
              </a:rPr>
              <a:t>• n</a:t>
            </a:r>
          </a:p>
          <a:p>
            <a:pPr lvl="1"/>
            <a:r>
              <a:rPr sz="1200" b="0">
                <a:solidFill>
                  <a:srgbClr val="222222"/>
                </a:solidFill>
                <a:latin typeface="Calibri"/>
              </a:rPr>
              <a:t>• g</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n</a:t>
            </a:r>
          </a:p>
          <a:p>
            <a:pPr lvl="1"/>
            <a:r>
              <a:rPr sz="1200" b="0">
                <a:solidFill>
                  <a:srgbClr val="222222"/>
                </a:solidFill>
                <a:latin typeface="Calibri"/>
              </a:rPr>
              <a:t>• o</a:t>
            </a:r>
          </a:p>
          <a:p>
            <a:pPr lvl="1"/>
            <a:r>
              <a:rPr sz="1200" b="0">
                <a:solidFill>
                  <a:srgbClr val="222222"/>
                </a:solidFill>
                <a:latin typeface="Calibri"/>
              </a:rPr>
              <a:t>• t</a:t>
            </a:r>
          </a:p>
          <a:p>
            <a:pPr lvl="1"/>
            <a:r>
              <a:rPr sz="1200" b="0">
                <a:solidFill>
                  <a:srgbClr val="222222"/>
                </a:solidFill>
                <a:latin typeface="Calibri"/>
              </a:rPr>
              <a:t>• e</a:t>
            </a:r>
          </a:p>
          <a:p>
            <a:pPr lvl="1"/>
            <a:r>
              <a:rPr sz="1200" b="0">
                <a:solidFill>
                  <a:srgbClr val="222222"/>
                </a:solidFill>
                <a:latin typeface="Calibri"/>
              </a:rPr>
              <a:t>• b</a:t>
            </a:r>
          </a:p>
          <a:p>
            <a:pPr lvl="1"/>
            <a:r>
              <a:rPr sz="1200" b="0">
                <a:solidFill>
                  <a:srgbClr val="222222"/>
                </a:solidFill>
                <a:latin typeface="Calibri"/>
              </a:rPr>
              <a:t>• o</a:t>
            </a:r>
          </a:p>
          <a:p>
            <a:pPr lvl="1"/>
            <a:r>
              <a:rPr sz="1200" b="0">
                <a:solidFill>
                  <a:srgbClr val="222222"/>
                </a:solidFill>
                <a:latin typeface="Calibri"/>
              </a:rPr>
              <a:t>• o</a:t>
            </a:r>
          </a:p>
          <a:p>
            <a:pPr lvl="1"/>
            <a:r>
              <a:rPr sz="1200" b="0">
                <a:solidFill>
                  <a:srgbClr val="222222"/>
                </a:solidFill>
                <a:latin typeface="Calibri"/>
              </a:rPr>
              <a:t>• k</a:t>
            </a:r>
          </a:p>
          <a:p>
            <a:pPr lvl="1"/>
            <a:r>
              <a:rPr sz="1200" b="0">
                <a:solidFill>
                  <a:srgbClr val="222222"/>
                </a:solidFill>
                <a:latin typeface="Calibri"/>
              </a:rPr>
              <a:t>• s</a:t>
            </a:r>
          </a:p>
          <a:p>
            <a:pPr lvl="1"/>
            <a:r>
              <a:rPr sz="1200" b="0">
                <a:solidFill>
                  <a:srgbClr val="222222"/>
                </a:solidFill>
                <a:latin typeface="Calibri"/>
              </a:rPr>
              <a:t>•  </a:t>
            </a:r>
          </a:p>
          <a:p>
            <a:pPr lvl="1"/>
            <a:r>
              <a:rPr sz="1200" b="0">
                <a:solidFill>
                  <a:srgbClr val="222222"/>
                </a:solidFill>
                <a:latin typeface="Calibri"/>
              </a:rPr>
              <a:t>• a</a:t>
            </a:r>
          </a:p>
          <a:p>
            <a:pPr lvl="1"/>
            <a:r>
              <a:rPr sz="1200" b="0">
                <a:solidFill>
                  <a:srgbClr val="222222"/>
                </a:solidFill>
                <a:latin typeface="Calibri"/>
              </a:rPr>
              <a:t>•  </a:t>
            </a:r>
          </a:p>
          <a:p>
            <a:pPr lvl="1"/>
            <a:r>
              <a:rPr sz="1200" b="0">
                <a:solidFill>
                  <a:srgbClr val="222222"/>
                </a:solidFill>
                <a:latin typeface="Calibri"/>
              </a:rPr>
              <a:t>• v</a:t>
            </a:r>
          </a:p>
          <a:p>
            <a:pPr lvl="1"/>
            <a:r>
              <a:rPr sz="1200" b="0">
                <a:solidFill>
                  <a:srgbClr val="222222"/>
                </a:solidFill>
                <a:latin typeface="Calibri"/>
              </a:rPr>
              <a:t>• a</a:t>
            </a:r>
          </a:p>
          <a:p>
            <a:pPr lvl="1"/>
            <a:r>
              <a:rPr sz="1200" b="0">
                <a:solidFill>
                  <a:srgbClr val="222222"/>
                </a:solidFill>
                <a:latin typeface="Calibri"/>
              </a:rPr>
              <a:t>• l</a:t>
            </a:r>
          </a:p>
          <a:p>
            <a:pPr lvl="1"/>
            <a:r>
              <a:rPr sz="1200" b="0">
                <a:solidFill>
                  <a:srgbClr val="222222"/>
                </a:solidFill>
                <a:latin typeface="Calibri"/>
              </a:rPr>
              <a:t>• u</a:t>
            </a:r>
          </a:p>
          <a:p>
            <a:pPr lvl="1"/>
            <a:r>
              <a:rPr sz="1200" b="0">
                <a:solidFill>
                  <a:srgbClr val="222222"/>
                </a:solidFill>
                <a:latin typeface="Calibri"/>
              </a:rPr>
              <a:t>• a</a:t>
            </a:r>
          </a:p>
          <a:p>
            <a:pPr lvl="1"/>
            <a:r>
              <a:rPr sz="1200" b="0">
                <a:solidFill>
                  <a:srgbClr val="222222"/>
                </a:solidFill>
                <a:latin typeface="Calibri"/>
              </a:rPr>
              <a:t>• b</a:t>
            </a:r>
          </a:p>
          <a:p>
            <a:pPr lvl="1"/>
            <a:r>
              <a:rPr sz="1200" b="0">
                <a:solidFill>
                  <a:srgbClr val="222222"/>
                </a:solidFill>
                <a:latin typeface="Calibri"/>
              </a:rPr>
              <a:t>• l</a:t>
            </a:r>
          </a:p>
          <a:p>
            <a:pPr lvl="1"/>
            <a:r>
              <a:rPr sz="1200" b="0">
                <a:solidFill>
                  <a:srgbClr val="222222"/>
                </a:solidFill>
                <a:latin typeface="Calibri"/>
              </a:rPr>
              <a:t>• e</a:t>
            </a:r>
          </a:p>
          <a:p>
            <a:pPr lvl="1"/>
            <a:r>
              <a:rPr sz="1200" b="0">
                <a:solidFill>
                  <a:srgbClr val="222222"/>
                </a:solidFill>
                <a:latin typeface="Calibri"/>
              </a:rPr>
              <a:t>•  </a:t>
            </a:r>
          </a:p>
          <a:p>
            <a:pPr lvl="1"/>
            <a:r>
              <a:rPr sz="1200" b="0">
                <a:solidFill>
                  <a:srgbClr val="222222"/>
                </a:solidFill>
                <a:latin typeface="Calibri"/>
              </a:rPr>
              <a:t>• p</a:t>
            </a:r>
          </a:p>
          <a:p>
            <a:pPr lvl="1"/>
            <a:r>
              <a:rPr sz="1200" b="0">
                <a:solidFill>
                  <a:srgbClr val="222222"/>
                </a:solidFill>
                <a:latin typeface="Calibri"/>
              </a:rPr>
              <a:t>• a</a:t>
            </a:r>
          </a:p>
          <a:p>
            <a:pPr lvl="1"/>
            <a:r>
              <a:rPr sz="1200" b="0">
                <a:solidFill>
                  <a:srgbClr val="222222"/>
                </a:solidFill>
                <a:latin typeface="Calibri"/>
              </a:rPr>
              <a:t>• r</a:t>
            </a:r>
          </a:p>
          <a:p>
            <a:pPr lvl="1"/>
            <a:r>
              <a:rPr sz="1200" b="0">
                <a:solidFill>
                  <a:srgbClr val="222222"/>
                </a:solidFill>
                <a:latin typeface="Calibri"/>
              </a:rPr>
              <a:t>• t</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f</a:t>
            </a:r>
          </a:p>
          <a:p>
            <a:pPr lvl="1"/>
            <a:r>
              <a:rPr sz="1200" b="0">
                <a:solidFill>
                  <a:srgbClr val="222222"/>
                </a:solidFill>
                <a:latin typeface="Calibri"/>
              </a:rPr>
              <a:t>•  </a:t>
            </a:r>
          </a:p>
          <a:p>
            <a:pPr lvl="1"/>
            <a:r>
              <a:rPr sz="1200" b="0">
                <a:solidFill>
                  <a:srgbClr val="222222"/>
                </a:solidFill>
                <a:latin typeface="Calibri"/>
              </a:rPr>
              <a:t>• t</a:t>
            </a:r>
          </a:p>
          <a:p>
            <a:pPr lvl="1"/>
            <a:r>
              <a:rPr sz="1200" b="0">
                <a:solidFill>
                  <a:srgbClr val="222222"/>
                </a:solidFill>
                <a:latin typeface="Calibri"/>
              </a:rPr>
              <a:t>• h</a:t>
            </a:r>
          </a:p>
          <a:p>
            <a:pPr lvl="1"/>
            <a:r>
              <a:rPr sz="1200" b="0">
                <a:solidFill>
                  <a:srgbClr val="222222"/>
                </a:solidFill>
                <a:latin typeface="Calibri"/>
              </a:rPr>
              <a:t>• e</a:t>
            </a:r>
          </a:p>
          <a:p>
            <a:pPr lvl="1"/>
            <a:r>
              <a:rPr sz="1200" b="0">
                <a:solidFill>
                  <a:srgbClr val="222222"/>
                </a:solidFill>
                <a:latin typeface="Calibri"/>
              </a:rPr>
              <a:t>• i</a:t>
            </a:r>
          </a:p>
          <a:p>
            <a:pPr lvl="1"/>
            <a:r>
              <a:rPr sz="1200" b="0">
                <a:solidFill>
                  <a:srgbClr val="222222"/>
                </a:solidFill>
                <a:latin typeface="Calibri"/>
              </a:rPr>
              <a:t>• r</a:t>
            </a:r>
          </a:p>
          <a:p>
            <a:pPr lvl="1"/>
            <a:r>
              <a:rPr sz="1200" b="0">
                <a:solidFill>
                  <a:srgbClr val="222222"/>
                </a:solidFill>
                <a:latin typeface="Calibri"/>
              </a:rPr>
              <a:t>•  </a:t>
            </a:r>
          </a:p>
          <a:p>
            <a:pPr lvl="1"/>
            <a:r>
              <a:rPr sz="1200" b="0">
                <a:solidFill>
                  <a:srgbClr val="222222"/>
                </a:solidFill>
                <a:latin typeface="Calibri"/>
              </a:rPr>
              <a:t>• o</a:t>
            </a:r>
          </a:p>
          <a:p>
            <a:pPr lvl="1"/>
            <a:r>
              <a:rPr sz="1200" b="0">
                <a:solidFill>
                  <a:srgbClr val="222222"/>
                </a:solidFill>
                <a:latin typeface="Calibri"/>
              </a:rPr>
              <a:t>• p</a:t>
            </a:r>
          </a:p>
          <a:p>
            <a:pPr lvl="1"/>
            <a:r>
              <a:rPr sz="1200" b="0">
                <a:solidFill>
                  <a:srgbClr val="222222"/>
                </a:solidFill>
                <a:latin typeface="Calibri"/>
              </a:rPr>
              <a:t>• e</a:t>
            </a:r>
          </a:p>
          <a:p>
            <a:pPr lvl="1"/>
            <a:r>
              <a:rPr sz="1200" b="0">
                <a:solidFill>
                  <a:srgbClr val="222222"/>
                </a:solidFill>
                <a:latin typeface="Calibri"/>
              </a:rPr>
              <a:t>• r</a:t>
            </a:r>
          </a:p>
          <a:p>
            <a:pPr lvl="1"/>
            <a:r>
              <a:rPr sz="1200" b="0">
                <a:solidFill>
                  <a:srgbClr val="222222"/>
                </a:solidFill>
                <a:latin typeface="Calibri"/>
              </a:rPr>
              <a:t>• a</a:t>
            </a:r>
          </a:p>
          <a:p>
            <a:pPr lvl="1"/>
            <a:r>
              <a:rPr sz="1200" b="0">
                <a:solidFill>
                  <a:srgbClr val="222222"/>
                </a:solidFill>
                <a:latin typeface="Calibri"/>
              </a:rPr>
              <a:t>• t</a:t>
            </a:r>
          </a:p>
          <a:p>
            <a:pPr lvl="1"/>
            <a:r>
              <a:rPr sz="1200" b="0">
                <a:solidFill>
                  <a:srgbClr val="222222"/>
                </a:solidFill>
                <a:latin typeface="Calibri"/>
              </a:rPr>
              <a:t>• i</a:t>
            </a:r>
          </a:p>
          <a:p>
            <a:pPr lvl="1"/>
            <a:r>
              <a:rPr sz="1200" b="0">
                <a:solidFill>
                  <a:srgbClr val="222222"/>
                </a:solidFill>
                <a:latin typeface="Calibri"/>
              </a:rPr>
              <a:t>• o</a:t>
            </a:r>
          </a:p>
          <a:p>
            <a:pPr lvl="1"/>
            <a:r>
              <a:rPr sz="1200" b="0">
                <a:solidFill>
                  <a:srgbClr val="222222"/>
                </a:solidFill>
                <a:latin typeface="Calibri"/>
              </a:rPr>
              <a:t>• n</a:t>
            </a:r>
          </a:p>
          <a:p>
            <a:pPr lvl="1"/>
            <a:r>
              <a:rPr sz="1200" b="0">
                <a:solidFill>
                  <a:srgbClr val="222222"/>
                </a:solidFill>
                <a:latin typeface="Calibri"/>
              </a:rPr>
              <a:t>• s</a:t>
            </a:r>
          </a:p>
          <a:p>
            <a:pPr lvl="1"/>
            <a:r>
              <a:rPr sz="1200" b="0">
                <a:solidFill>
                  <a:srgbClr val="222222"/>
                </a:solidFill>
                <a:latin typeface="Calibri"/>
              </a:rPr>
              <a:t>• .</a:t>
            </a:r>
          </a:p>
        </p:txBody>
      </p:sp>
      <p:sp>
        <p:nvSpPr>
          <p:cNvPr id="5" name="TextBox 4"/>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Executive Summary • Tailored to customer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640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Tailored for business. Optimised for Windows 8 Pro. 2 this configurable notebook features a 35.6 cm diagonal display and</a:t>
            </a:r>
          </a:p>
          <a:p>
            <a:r>
              <a:t>UMA or discrete graphics. From the professional design to Intel® technology, you're ready for business.</a:t>
            </a:r>
          </a:p>
        </p:txBody>
      </p:sp>
      <p:pic>
        <p:nvPicPr>
          <p:cNvPr id="4" name="Picture 3" descr="page_5_img_11.png"/>
          <p:cNvPicPr>
            <a:picLocks noChangeAspect="1"/>
          </p:cNvPicPr>
          <p:nvPr/>
        </p:nvPicPr>
        <p:blipFill>
          <a:blip r:embed="rId2"/>
          <a:stretch>
            <a:fillRect/>
          </a:stretch>
        </p:blipFill>
        <p:spPr>
          <a:xfrm>
            <a:off x="5669280" y="1097280"/>
            <a:ext cx="3836416"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640 G1 • Product Sheet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ProBook 650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Tailored for business. Optimised for Windows 8 Pro. 2 this configurable notebook features a 39.6 cm diagonal display and</a:t>
            </a:r>
          </a:p>
          <a:p>
            <a:r>
              <a:t>UMA or discrete graphics. From the professional design to Intel® technology, you're ready for business.</a:t>
            </a:r>
          </a:p>
        </p:txBody>
      </p:sp>
      <p:pic>
        <p:nvPicPr>
          <p:cNvPr id="4" name="Picture 3" descr="page_5_img_12.png"/>
          <p:cNvPicPr>
            <a:picLocks noChangeAspect="1"/>
          </p:cNvPicPr>
          <p:nvPr/>
        </p:nvPicPr>
        <p:blipFill>
          <a:blip r:embed="rId2"/>
          <a:stretch>
            <a:fillRect/>
          </a:stretch>
        </p:blipFill>
        <p:spPr>
          <a:xfrm>
            <a:off x="5669280" y="1097280"/>
            <a:ext cx="3503054"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ProBook 650 G1 • Product Sheet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365760"/>
          </a:xfrm>
          <a:prstGeom prst="rect">
            <a:avLst/>
          </a:prstGeom>
          <a:noFill/>
        </p:spPr>
        <p:txBody>
          <a:bodyPr wrap="none">
            <a:spAutoFit/>
          </a:bodyPr>
          <a:lstStyle/>
          <a:p>
            <a:r>
              <a:rPr sz="1800" b="1">
                <a:solidFill>
                  <a:srgbClr val="004279"/>
                </a:solidFill>
                <a:latin typeface="Calibri"/>
              </a:rPr>
              <a:t>HP EliteBook 850 G1</a:t>
            </a:r>
          </a:p>
        </p:txBody>
      </p:sp>
      <p:sp>
        <p:nvSpPr>
          <p:cNvPr id="3" name="TextBox 2"/>
          <p:cNvSpPr txBox="1"/>
          <p:nvPr/>
        </p:nvSpPr>
        <p:spPr>
          <a:xfrm>
            <a:off x="457200" y="1005840"/>
            <a:ext cx="4937760" cy="3200400"/>
          </a:xfrm>
          <a:prstGeom prst="rect">
            <a:avLst/>
          </a:prstGeom>
          <a:noFill/>
        </p:spPr>
        <p:txBody>
          <a:bodyPr wrap="none">
            <a:spAutoFit/>
          </a:bodyPr>
          <a:lstStyle/>
          <a:p>
            <a:r>
              <a:rPr sz="1100" b="0">
                <a:solidFill>
                  <a:srgbClr val="222222"/>
                </a:solidFill>
                <a:latin typeface="Calibri"/>
              </a:rPr>
              <a:t>Now employees can hit the road with a travel pro. The HP EliteBook 850 industry leading Ultrabook™ 21 is ultra-</a:t>
            </a:r>
          </a:p>
          <a:p>
            <a:r>
              <a:t>productive in and out of the office. Work with confidence thanks to proven enterprise technologies and enterprise</a:t>
            </a:r>
          </a:p>
          <a:p>
            <a:r>
              <a:t>security, performance and management features.</a:t>
            </a:r>
          </a:p>
        </p:txBody>
      </p:sp>
      <p:pic>
        <p:nvPicPr>
          <p:cNvPr id="4" name="Picture 3" descr="page_5_img_5.png"/>
          <p:cNvPicPr>
            <a:picLocks noChangeAspect="1"/>
          </p:cNvPicPr>
          <p:nvPr/>
        </p:nvPicPr>
        <p:blipFill>
          <a:blip r:embed="rId2"/>
          <a:stretch>
            <a:fillRect/>
          </a:stretch>
        </p:blipFill>
        <p:spPr>
          <a:xfrm>
            <a:off x="5669280" y="1097280"/>
            <a:ext cx="3610907" cy="2926080"/>
          </a:xfrm>
          <a:prstGeom prst="rect">
            <a:avLst/>
          </a:prstGeom>
        </p:spPr>
      </p:pic>
      <p:sp>
        <p:nvSpPr>
          <p:cNvPr id="5" name="TextBox 4"/>
          <p:cNvSpPr txBox="1"/>
          <p:nvPr/>
        </p:nvSpPr>
        <p:spPr>
          <a:xfrm>
            <a:off x="5669280" y="4114800"/>
            <a:ext cx="2926080" cy="1097280"/>
          </a:xfrm>
          <a:prstGeom prst="rect">
            <a:avLst/>
          </a:prstGeom>
          <a:noFill/>
        </p:spPr>
        <p:txBody>
          <a:bodyPr wrap="none">
            <a:spAutoFit/>
          </a:bodyPr>
          <a:lstStyle/>
          <a:p>
            <a:r>
              <a:rPr sz="1200" b="1">
                <a:solidFill>
                  <a:srgbClr val="0084B4"/>
                </a:solidFill>
                <a:latin typeface="Calibri"/>
              </a:rPr>
              <a:t>Selling Points</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HP EliteBook 850 G1 • Product 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Sales Pitch &amp; Competitive Advantages</a:t>
            </a:r>
          </a:p>
        </p:txBody>
      </p:sp>
      <p:sp>
        <p:nvSpPr>
          <p:cNvPr id="3" name="TextBox 2"/>
          <p:cNvSpPr txBox="1"/>
          <p:nvPr/>
        </p:nvSpPr>
        <p:spPr>
          <a:xfrm>
            <a:off x="548640" y="1005840"/>
            <a:ext cx="5029200" cy="2377440"/>
          </a:xfrm>
          <a:prstGeom prst="rect">
            <a:avLst/>
          </a:prstGeom>
          <a:noFill/>
        </p:spPr>
        <p:txBody>
          <a:bodyPr wrap="none">
            <a:spAutoFit/>
          </a:bodyPr>
          <a:lstStyle/>
          <a:p>
            <a:r>
              <a:rPr sz="1200" b="0">
                <a:solidFill>
                  <a:srgbClr val="222222"/>
                </a:solidFill>
                <a:latin typeface="Calibri"/>
              </a:rPr>
              <a:t>Introducing our cutting-edge product, designed to elevate your experience with unmatched precision and efficiency. Featuring state-of-the-art technology, it outperforms competitors with its unparalleled durability and intuitive user interface. Our dedicated support team ensures seamless integration and ongoing assistance, giving you peace of mind. Choose us for superior quality and innovation that drives success.</a:t>
            </a:r>
          </a:p>
        </p:txBody>
      </p:sp>
      <p:sp>
        <p:nvSpPr>
          <p:cNvPr id="4" name="TextBox 3"/>
          <p:cNvSpPr txBox="1"/>
          <p:nvPr/>
        </p:nvSpPr>
        <p:spPr>
          <a:xfrm>
            <a:off x="5669280" y="1005840"/>
            <a:ext cx="3291840" cy="3291840"/>
          </a:xfrm>
          <a:prstGeom prst="rect">
            <a:avLst/>
          </a:prstGeom>
          <a:noFill/>
        </p:spPr>
        <p:txBody>
          <a:bodyPr wrap="none">
            <a:spAutoFit/>
          </a:bodyPr>
          <a:lstStyle/>
          <a:p>
            <a:r>
              <a:rPr sz="1300" b="1">
                <a:solidFill>
                  <a:srgbClr val="0084B4"/>
                </a:solidFill>
                <a:latin typeface="Calibri"/>
              </a:rPr>
              <a:t>Key Benefits</a:t>
            </a:r>
          </a:p>
          <a:p>
            <a:r>
              <a:rPr sz="1100" b="0">
                <a:solidFill>
                  <a:srgbClr val="222222"/>
                </a:solidFill>
                <a:latin typeface="Calibri"/>
              </a:rPr>
              <a:t>• S</a:t>
            </a:r>
          </a:p>
          <a:p>
            <a:r>
              <a:rPr sz="1100" b="0">
                <a:solidFill>
                  <a:srgbClr val="222222"/>
                </a:solidFill>
                <a:latin typeface="Calibri"/>
              </a:rPr>
              <a:t>• u</a:t>
            </a:r>
          </a:p>
          <a:p>
            <a:r>
              <a:rPr sz="1100" b="0">
                <a:solidFill>
                  <a:srgbClr val="222222"/>
                </a:solidFill>
                <a:latin typeface="Calibri"/>
              </a:rPr>
              <a:t>• r</a:t>
            </a:r>
          </a:p>
          <a:p>
            <a:r>
              <a:rPr sz="1100" b="0">
                <a:solidFill>
                  <a:srgbClr val="222222"/>
                </a:solidFill>
                <a:latin typeface="Calibri"/>
              </a:rPr>
              <a:t>• e</a:t>
            </a:r>
          </a:p>
        </p:txBody>
      </p:sp>
      <p:sp>
        <p:nvSpPr>
          <p:cNvPr id="5" name="TextBox 4"/>
          <p:cNvSpPr txBox="1"/>
          <p:nvPr/>
        </p:nvSpPr>
        <p:spPr>
          <a:xfrm>
            <a:off x="548640" y="3291840"/>
            <a:ext cx="8229600" cy="1463040"/>
          </a:xfrm>
          <a:prstGeom prst="rect">
            <a:avLst/>
          </a:prstGeom>
          <a:noFill/>
        </p:spPr>
        <p:txBody>
          <a:bodyPr wrap="none">
            <a:spAutoFit/>
          </a:bodyPr>
          <a:lstStyle/>
          <a:p>
            <a:r>
              <a:rPr sz="1300" b="1">
                <a:solidFill>
                  <a:srgbClr val="0084B4"/>
                </a:solidFill>
                <a:latin typeface="Calibri"/>
              </a:rPr>
              <a:t>Competitive Advantages</a:t>
            </a:r>
          </a:p>
          <a:p>
            <a:r>
              <a:rPr sz="1100" b="0">
                <a:solidFill>
                  <a:srgbClr val="222222"/>
                </a:solidFill>
                <a:latin typeface="Calibri"/>
              </a:rPr>
              <a:t>• W</a:t>
            </a:r>
          </a:p>
          <a:p>
            <a:r>
              <a:rPr sz="1100" b="0">
                <a:solidFill>
                  <a:srgbClr val="222222"/>
                </a:solidFill>
                <a:latin typeface="Calibri"/>
              </a:rPr>
              <a:t>• h</a:t>
            </a:r>
          </a:p>
          <a:p>
            <a:r>
              <a:rPr sz="1100" b="0">
                <a:solidFill>
                  <a:srgbClr val="222222"/>
                </a:solidFill>
                <a:latin typeface="Calibri"/>
              </a:rPr>
              <a:t>• e</a:t>
            </a:r>
          </a:p>
          <a:p>
            <a:r>
              <a:rPr sz="1100" b="0">
                <a:solidFill>
                  <a:srgbClr val="222222"/>
                </a:solidFill>
                <a:latin typeface="Calibri"/>
              </a:rPr>
              <a:t>• n</a:t>
            </a:r>
          </a:p>
        </p:txBody>
      </p:sp>
      <p:sp>
        <p:nvSpPr>
          <p:cNvPr id="6" name="TextBox 5"/>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Sales Pitch • Tailored by AI Sales Assistant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Technical Comparison</a:t>
            </a:r>
          </a:p>
        </p:txBody>
      </p:sp>
      <p:graphicFrame>
        <p:nvGraphicFramePr>
          <p:cNvPr id="3" name="Table 2"/>
          <p:cNvGraphicFramePr>
            <a:graphicFrameLocks noGrp="1"/>
          </p:cNvGraphicFramePr>
          <p:nvPr/>
        </p:nvGraphicFramePr>
        <p:xfrm>
          <a:off x="365760" y="1188720"/>
          <a:ext cx="8412480" cy="3840480"/>
        </p:xfrm>
        <a:graphic>
          <a:graphicData uri="http://schemas.openxmlformats.org/drawingml/2006/table">
            <a:tbl>
              <a:tblPr firstRow="1" bandRow="1">
                <a:tableStyleId>{5C22544A-7EE6-4342-B048-85BDC9FD1C3A}</a:tableStyleId>
              </a:tblPr>
              <a:tblGrid>
                <a:gridCol w="2103120"/>
                <a:gridCol w="2103120"/>
                <a:gridCol w="2103120"/>
                <a:gridCol w="2103120"/>
              </a:tblGrid>
              <a:tr h="480060">
                <a:tc>
                  <a:txBody>
                    <a:bodyPr/>
                    <a:lstStyle/>
                    <a:p>
                      <a:r>
                        <a:rPr sz="1100" b="1">
                          <a:solidFill>
                            <a:srgbClr val="0084B4"/>
                          </a:solidFill>
                          <a:latin typeface="Calibri"/>
                        </a:rPr>
                        <a:t>Feature</a:t>
                      </a:r>
                    </a:p>
                  </a:txBody>
                  <a:tcPr/>
                </a:tc>
                <a:tc>
                  <a:txBody>
                    <a:bodyPr/>
                    <a:lstStyle/>
                    <a:p>
                      <a:r>
                        <a:rPr sz="1100" b="1">
                          <a:solidFill>
                            <a:srgbClr val="222222"/>
                          </a:solidFill>
                          <a:latin typeface="Calibri"/>
                        </a:rPr>
                        <a:t>HP ProBook 640 G1</a:t>
                      </a:r>
                    </a:p>
                  </a:txBody>
                  <a:tcPr/>
                </a:tc>
                <a:tc>
                  <a:txBody>
                    <a:bodyPr/>
                    <a:lstStyle/>
                    <a:p>
                      <a:r>
                        <a:rPr sz="1100" b="1">
                          <a:solidFill>
                            <a:srgbClr val="222222"/>
                          </a:solidFill>
                          <a:latin typeface="Calibri"/>
                        </a:rPr>
                        <a:t>HP ProBook 650 G1</a:t>
                      </a:r>
                    </a:p>
                  </a:txBody>
                  <a:tcPr/>
                </a:tc>
                <a:tc>
                  <a:txBody>
                    <a:bodyPr/>
                    <a:lstStyle/>
                    <a:p>
                      <a:r>
                        <a:rPr sz="1100" b="1">
                          <a:solidFill>
                            <a:srgbClr val="222222"/>
                          </a:solidFill>
                          <a:latin typeface="Calibri"/>
                        </a:rPr>
                        <a:t>HP EliteBook 850 G1</a:t>
                      </a:r>
                    </a:p>
                  </a:txBody>
                  <a:tcPr/>
                </a:tc>
              </a:tr>
              <a:tr h="480060">
                <a:tc>
                  <a:txBody>
                    <a:bodyPr/>
                    <a:lstStyle/>
                    <a:p>
                      <a:r>
                        <a:rPr sz="1000" b="1">
                          <a:solidFill>
                            <a:srgbClr val="222222"/>
                          </a:solidFill>
                          <a:latin typeface="Calibri"/>
                        </a:rPr>
                        <a:t>Operating system</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Processor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Memory</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Graphics</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Storage</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Weight</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r h="480060">
                <a:tc>
                  <a:txBody>
                    <a:bodyPr/>
                    <a:lstStyle/>
                    <a:p>
                      <a:r>
                        <a:rPr sz="1000" b="1">
                          <a:solidFill>
                            <a:srgbClr val="222222"/>
                          </a:solidFill>
                          <a:latin typeface="Calibri"/>
                        </a:rPr>
                        <a:t>Power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r>
            </a:tbl>
          </a:graphicData>
        </a:graphic>
      </p:graphicFrame>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Technical Comparison • Data extracted from product specs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365760"/>
          </a:xfrm>
          <a:prstGeom prst="rect">
            <a:avLst/>
          </a:prstGeom>
          <a:noFill/>
        </p:spPr>
        <p:txBody>
          <a:bodyPr wrap="none">
            <a:spAutoFit/>
          </a:bodyPr>
          <a:lstStyle/>
          <a:p>
            <a:r>
              <a:rPr sz="2000" b="1">
                <a:solidFill>
                  <a:srgbClr val="004279"/>
                </a:solidFill>
                <a:latin typeface="Calibri"/>
              </a:rPr>
              <a:t>Pricing &amp; Availability</a:t>
            </a:r>
          </a:p>
        </p:txBody>
      </p:sp>
      <p:sp>
        <p:nvSpPr>
          <p:cNvPr id="3" name="TextBox 2"/>
          <p:cNvSpPr txBox="1"/>
          <p:nvPr/>
        </p:nvSpPr>
        <p:spPr>
          <a:xfrm>
            <a:off x="548640" y="1097280"/>
            <a:ext cx="8229600" cy="2743200"/>
          </a:xfrm>
          <a:prstGeom prst="rect">
            <a:avLst/>
          </a:prstGeom>
          <a:noFill/>
        </p:spPr>
        <p:txBody>
          <a:bodyPr wrap="none">
            <a:spAutoFit/>
          </a:bodyPr>
          <a:lstStyle/>
          <a:p>
            <a:r>
              <a:rPr sz="1200" b="0">
                <a:solidFill>
                  <a:srgbClr val="222222"/>
                </a:solidFill>
                <a:latin typeface="Calibri"/>
              </a:rPr>
              <a:t>Contact Sales for best quotation and lead times. Suggested starting points:</a:t>
            </a:r>
          </a:p>
          <a:p>
            <a:r>
              <a:rPr sz="1100" b="0">
                <a:solidFill>
                  <a:srgbClr val="222222"/>
                </a:solidFill>
                <a:latin typeface="Calibri"/>
              </a:rPr>
              <a:t>• HP ProBook 640 G1: Contact Sales</a:t>
            </a:r>
          </a:p>
          <a:p>
            <a:r>
              <a:rPr sz="1100" b="0">
                <a:solidFill>
                  <a:srgbClr val="222222"/>
                </a:solidFill>
                <a:latin typeface="Calibri"/>
              </a:rPr>
              <a:t>• HP ProBook 650 G1: Contact Sales</a:t>
            </a:r>
          </a:p>
          <a:p>
            <a:r>
              <a:rPr sz="1100" b="0">
                <a:solidFill>
                  <a:srgbClr val="222222"/>
                </a:solidFill>
                <a:latin typeface="Calibri"/>
              </a:rPr>
              <a:t>• HP EliteBook 850 G1: Contact Sales</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Pricing indicative; contact HP Sales for firm quotation.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48640"/>
            <a:ext cx="8229600" cy="365760"/>
          </a:xfrm>
          <a:prstGeom prst="rect">
            <a:avLst/>
          </a:prstGeom>
          <a:noFill/>
        </p:spPr>
        <p:txBody>
          <a:bodyPr wrap="none">
            <a:spAutoFit/>
          </a:bodyPr>
          <a:lstStyle/>
          <a:p>
            <a:r>
              <a:rPr sz="2000" b="1">
                <a:solidFill>
                  <a:srgbClr val="004279"/>
                </a:solidFill>
                <a:latin typeface="Calibri"/>
              </a:rPr>
              <a:t>Upsell &amp; Cross-sell Opportunities</a:t>
            </a:r>
          </a:p>
        </p:txBody>
      </p:sp>
      <p:sp>
        <p:nvSpPr>
          <p:cNvPr id="3" name="TextBox 2"/>
          <p:cNvSpPr txBox="1"/>
          <p:nvPr/>
        </p:nvSpPr>
        <p:spPr>
          <a:xfrm>
            <a:off x="548640" y="1097280"/>
            <a:ext cx="8229600" cy="3291840"/>
          </a:xfrm>
          <a:prstGeom prst="rect">
            <a:avLst/>
          </a:prstGeom>
          <a:noFill/>
        </p:spPr>
        <p:txBody>
          <a:bodyPr wrap="none">
            <a:spAutoFit/>
          </a:bodyPr>
          <a:lstStyle/>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6</a:t>
            </a:r>
          </a:p>
          <a:p>
            <a:r>
              <a:rPr sz="1200" b="0">
                <a:solidFill>
                  <a:srgbClr val="222222"/>
                </a:solidFill>
                <a:latin typeface="Calibri"/>
              </a:rPr>
              <a:t>• G</a:t>
            </a:r>
          </a:p>
          <a:p>
            <a:r>
              <a:rPr sz="1200" b="0">
                <a:solidFill>
                  <a:srgbClr val="222222"/>
                </a:solidFill>
                <a:latin typeface="Calibri"/>
              </a:rPr>
              <a:t>• B</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P</a:t>
            </a:r>
          </a:p>
          <a:p>
            <a:r>
              <a:rPr sz="1200" b="0">
                <a:solidFill>
                  <a:srgbClr val="222222"/>
                </a:solidFill>
                <a:latin typeface="Calibri"/>
              </a:rPr>
              <a:t>• U</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d</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z</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y</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5</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1</a:t>
            </a:r>
          </a:p>
          <a:p>
            <a:r>
              <a:rPr sz="1200" b="0">
                <a:solidFill>
                  <a:srgbClr val="222222"/>
                </a:solidFill>
                <a:latin typeface="Calibri"/>
              </a:rPr>
              <a:t>• 7</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1</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x</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y</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k</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2</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3</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f</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g</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g</a:t>
            </a:r>
          </a:p>
          <a:p>
            <a:r>
              <a:rPr sz="1200" b="0">
                <a:solidFill>
                  <a:srgbClr val="222222"/>
                </a:solidFill>
                <a:latin typeface="Calibri"/>
              </a:rPr>
              <a:t>• h</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h</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v</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4</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k</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s</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3</a:t>
            </a:r>
          </a:p>
          <a:p>
            <a:r>
              <a:rPr sz="1200" b="0">
                <a:solidFill>
                  <a:srgbClr val="222222"/>
                </a:solidFill>
                <a:latin typeface="Calibri"/>
              </a:rPr>
              <a:t>• 6</a:t>
            </a:r>
          </a:p>
          <a:p>
            <a:r>
              <a:rPr sz="1200" b="0">
                <a:solidFill>
                  <a:srgbClr val="222222"/>
                </a:solidFill>
                <a:latin typeface="Calibri"/>
              </a:rPr>
              <a:t>• 5</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b</a:t>
            </a:r>
          </a:p>
          <a:p>
            <a:r>
              <a:rPr sz="1200" b="0">
                <a:solidFill>
                  <a:srgbClr val="222222"/>
                </a:solidFill>
                <a:latin typeface="Calibri"/>
              </a:rPr>
              <a:t>• s</a:t>
            </a:r>
          </a:p>
          <a:p>
            <a:r>
              <a:rPr sz="1200" b="0">
                <a:solidFill>
                  <a:srgbClr val="222222"/>
                </a:solidFill>
                <a:latin typeface="Calibri"/>
              </a:rPr>
              <a:t>• c</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b</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o</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5</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g</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l</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6</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g</a:t>
            </a:r>
          </a:p>
          <a:p>
            <a:r>
              <a:rPr sz="1200" b="0">
                <a:solidFill>
                  <a:srgbClr val="222222"/>
                </a:solidFill>
                <a:latin typeface="Calibri"/>
              </a:rPr>
              <a:t>• g</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n</a:t>
            </a:r>
          </a:p>
          <a:p>
            <a:r>
              <a:rPr sz="1200" b="0">
                <a:solidFill>
                  <a:srgbClr val="222222"/>
                </a:solidFill>
                <a:latin typeface="Calibri"/>
              </a:rPr>
              <a:t>• o</a:t>
            </a:r>
          </a:p>
          <a:p>
            <a:r>
              <a:rPr sz="1200" b="0">
                <a:solidFill>
                  <a:srgbClr val="222222"/>
                </a:solidFill>
                <a:latin typeface="Calibri"/>
              </a:rPr>
              <a:t>• i</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e</a:t>
            </a:r>
          </a:p>
          <a:p>
            <a:r>
              <a:rPr sz="1200" b="0">
                <a:solidFill>
                  <a:srgbClr val="222222"/>
                </a:solidFill>
                <a:latin typeface="Calibri"/>
              </a:rPr>
              <a:t>• b</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m</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b</a:t>
            </a:r>
          </a:p>
          <a:p>
            <a:r>
              <a:rPr sz="1200" b="0">
                <a:solidFill>
                  <a:srgbClr val="222222"/>
                </a:solidFill>
                <a:latin typeface="Calibri"/>
              </a:rPr>
              <a:t>• e</a:t>
            </a:r>
          </a:p>
          <a:p>
            <a:r>
              <a:rPr sz="1200" b="0">
                <a:solidFill>
                  <a:srgbClr val="222222"/>
                </a:solidFill>
                <a:latin typeface="Calibri"/>
              </a:rPr>
              <a:t>• t</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e</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7</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f</a:t>
            </a:r>
          </a:p>
          <a:p>
            <a:r>
              <a:rPr sz="1200" b="0">
                <a:solidFill>
                  <a:srgbClr val="222222"/>
                </a:solidFill>
                <a:latin typeface="Calibri"/>
              </a:rPr>
              <a:t>• f</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a</a:t>
            </a:r>
          </a:p>
          <a:p>
            <a:r>
              <a:rPr sz="1200" b="0">
                <a:solidFill>
                  <a:srgbClr val="222222"/>
                </a:solidFill>
                <a:latin typeface="Calibri"/>
              </a:rPr>
              <a:t>• c</a:t>
            </a:r>
          </a:p>
          <a:p>
            <a:r>
              <a:rPr sz="1200" b="0">
                <a:solidFill>
                  <a:srgbClr val="222222"/>
                </a:solidFill>
                <a:latin typeface="Calibri"/>
              </a:rPr>
              <a:t>• k</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u</a:t>
            </a:r>
          </a:p>
          <a:p>
            <a:r>
              <a:rPr sz="1200" b="0">
                <a:solidFill>
                  <a:srgbClr val="222222"/>
                </a:solidFill>
                <a:latin typeface="Calibri"/>
              </a:rPr>
              <a:t>• p</a:t>
            </a:r>
          </a:p>
          <a:p>
            <a:r>
              <a:rPr sz="1200" b="0">
                <a:solidFill>
                  <a:srgbClr val="222222"/>
                </a:solidFill>
                <a:latin typeface="Calibri"/>
              </a:rPr>
              <a:t>• p</a:t>
            </a:r>
          </a:p>
          <a:p>
            <a:r>
              <a:rPr sz="1200" b="0">
                <a:solidFill>
                  <a:srgbClr val="222222"/>
                </a:solidFill>
                <a:latin typeface="Calibri"/>
              </a:rPr>
              <a:t>• o</a:t>
            </a:r>
          </a:p>
          <a:p>
            <a:r>
              <a:rPr sz="1200" b="0">
                <a:solidFill>
                  <a:srgbClr val="222222"/>
                </a:solidFill>
                <a:latin typeface="Calibri"/>
              </a:rPr>
              <a:t>• r</a:t>
            </a:r>
          </a:p>
          <a:p>
            <a:r>
              <a:rPr sz="1200" b="0">
                <a:solidFill>
                  <a:srgbClr val="222222"/>
                </a:solidFill>
                <a:latin typeface="Calibri"/>
              </a:rPr>
              <a:t>• t</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a:t>
            </a:r>
          </a:p>
          <a:p>
            <a:r>
              <a:rPr sz="1200" b="0">
                <a:solidFill>
                  <a:srgbClr val="222222"/>
                </a:solidFill>
                <a:latin typeface="Calibri"/>
              </a:rPr>
              <a:t>• m</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a</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l</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br/>
          </a:p>
          <a:p>
            <a:r>
              <a:rPr sz="1200" b="0">
                <a:solidFill>
                  <a:srgbClr val="222222"/>
                </a:solidFill>
                <a:latin typeface="Calibri"/>
              </a:rPr>
              <a:t>• </a:t>
            </a:r>
            <a:br/>
          </a:p>
          <a:p>
            <a:r>
              <a:rPr sz="1200" b="0">
                <a:solidFill>
                  <a:srgbClr val="222222"/>
                </a:solidFill>
                <a:latin typeface="Calibri"/>
              </a:rPr>
              <a:t>• B</a:t>
            </a:r>
          </a:p>
          <a:p>
            <a:r>
              <a:rPr sz="1200" b="0">
                <a:solidFill>
                  <a:srgbClr val="222222"/>
                </a:solidFill>
                <a:latin typeface="Calibri"/>
              </a:rPr>
              <a:t>• y</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s</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p</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a:t>
            </a:r>
          </a:p>
          <a:p>
            <a:r>
              <a:rPr sz="1200" b="0">
                <a:solidFill>
                  <a:srgbClr val="222222"/>
                </a:solidFill>
                <a:latin typeface="Calibri"/>
              </a:rPr>
              <a:t>• y</a:t>
            </a:r>
          </a:p>
          <a:p>
            <a:r>
              <a:rPr sz="1200" b="0">
                <a:solidFill>
                  <a:srgbClr val="222222"/>
                </a:solidFill>
                <a:latin typeface="Calibri"/>
              </a:rPr>
              <a:t>• o</a:t>
            </a:r>
          </a:p>
          <a:p>
            <a:r>
              <a:rPr sz="1200" b="0">
                <a:solidFill>
                  <a:srgbClr val="222222"/>
                </a:solidFill>
                <a:latin typeface="Calibri"/>
              </a:rPr>
              <a:t>• u</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a:t>
            </a:r>
          </a:p>
          <a:p>
            <a:r>
              <a:rPr sz="1200" b="0">
                <a:solidFill>
                  <a:srgbClr val="222222"/>
                </a:solidFill>
                <a:latin typeface="Calibri"/>
              </a:rPr>
              <a:t>• f</a:t>
            </a:r>
          </a:p>
          <a:p>
            <a:r>
              <a:rPr sz="1200" b="0">
                <a:solidFill>
                  <a:srgbClr val="222222"/>
                </a:solidFill>
                <a:latin typeface="Calibri"/>
              </a:rPr>
              <a:t>• u</a:t>
            </a:r>
          </a:p>
          <a:p>
            <a:r>
              <a:rPr sz="1200" b="0">
                <a:solidFill>
                  <a:srgbClr val="222222"/>
                </a:solidFill>
                <a:latin typeface="Calibri"/>
              </a:rPr>
              <a:t>• l</a:t>
            </a:r>
          </a:p>
          <a:p>
            <a:r>
              <a:rPr sz="1200" b="0">
                <a:solidFill>
                  <a:srgbClr val="222222"/>
                </a:solidFill>
                <a:latin typeface="Calibri"/>
              </a:rPr>
              <a:t>• f</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c</a:t>
            </a:r>
          </a:p>
          <a:p>
            <a:r>
              <a:rPr sz="1200" b="0">
                <a:solidFill>
                  <a:srgbClr val="222222"/>
                </a:solidFill>
                <a:latin typeface="Calibri"/>
              </a:rPr>
              <a:t>• u</a:t>
            </a:r>
          </a:p>
          <a:p>
            <a:r>
              <a:rPr sz="1200" b="0">
                <a:solidFill>
                  <a:srgbClr val="222222"/>
                </a:solidFill>
                <a:latin typeface="Calibri"/>
              </a:rPr>
              <a:t>• s</a:t>
            </a:r>
          </a:p>
          <a:p>
            <a:r>
              <a:rPr sz="1200" b="0">
                <a:solidFill>
                  <a:srgbClr val="222222"/>
                </a:solidFill>
                <a:latin typeface="Calibri"/>
              </a:rPr>
              <a:t>• t</a:t>
            </a:r>
          </a:p>
          <a:p>
            <a:r>
              <a:rPr sz="1200" b="0">
                <a:solidFill>
                  <a:srgbClr val="222222"/>
                </a:solidFill>
                <a:latin typeface="Calibri"/>
              </a:rPr>
              <a:t>• o</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i</a:t>
            </a:r>
          </a:p>
          <a:p>
            <a:r>
              <a:rPr sz="1200" b="0">
                <a:solidFill>
                  <a:srgbClr val="222222"/>
                </a:solidFill>
                <a:latin typeface="Calibri"/>
              </a:rPr>
              <a:t>• m</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a</a:t>
            </a:r>
          </a:p>
          <a:p>
            <a:r>
              <a:rPr sz="1200" b="0">
                <a:solidFill>
                  <a:srgbClr val="222222"/>
                </a:solidFill>
                <a:latin typeface="Calibri"/>
              </a:rPr>
              <a:t>• t</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q</a:t>
            </a:r>
          </a:p>
          <a:p>
            <a:r>
              <a:rPr sz="1200" b="0">
                <a:solidFill>
                  <a:srgbClr val="222222"/>
                </a:solidFill>
                <a:latin typeface="Calibri"/>
              </a:rPr>
              <a:t>• u</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e</a:t>
            </a:r>
          </a:p>
          <a:p>
            <a:r>
              <a:rPr sz="1200" b="0">
                <a:solidFill>
                  <a:srgbClr val="222222"/>
                </a:solidFill>
                <a:latin typeface="Calibri"/>
              </a:rPr>
              <a:t>• m</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h</a:t>
            </a:r>
          </a:p>
          <a:p>
            <a:r>
              <a:rPr sz="1200" b="0">
                <a:solidFill>
                  <a:srgbClr val="222222"/>
                </a:solidFill>
                <a:latin typeface="Calibri"/>
              </a:rPr>
              <a:t>• i</a:t>
            </a:r>
          </a:p>
          <a:p>
            <a:r>
              <a:rPr sz="1200" b="0">
                <a:solidFill>
                  <a:srgbClr val="222222"/>
                </a:solidFill>
                <a:latin typeface="Calibri"/>
              </a:rPr>
              <a:t>• l</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i</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d</a:t>
            </a:r>
          </a:p>
          <a:p>
            <a:r>
              <a:rPr sz="1200" b="0">
                <a:solidFill>
                  <a:srgbClr val="222222"/>
                </a:solidFill>
                <a:latin typeface="Calibri"/>
              </a:rPr>
              <a:t>• d</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i</a:t>
            </a:r>
          </a:p>
          <a:p>
            <a:r>
              <a:rPr sz="1200" b="0">
                <a:solidFill>
                  <a:srgbClr val="222222"/>
                </a:solidFill>
                <a:latin typeface="Calibri"/>
              </a:rPr>
              <a:t>• o</a:t>
            </a:r>
          </a:p>
          <a:p>
            <a:r>
              <a:rPr sz="1200" b="0">
                <a:solidFill>
                  <a:srgbClr val="222222"/>
                </a:solidFill>
                <a:latin typeface="Calibri"/>
              </a:rPr>
              <a:t>• n</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v</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u</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d</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h</a:t>
            </a:r>
          </a:p>
          <a:p>
            <a:r>
              <a:rPr sz="1200" b="0">
                <a:solidFill>
                  <a:srgbClr val="222222"/>
                </a:solidFill>
                <a:latin typeface="Calibri"/>
              </a:rPr>
              <a:t>• a</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i</a:t>
            </a:r>
          </a:p>
          <a:p>
            <a:r>
              <a:rPr sz="1200" b="0">
                <a:solidFill>
                  <a:srgbClr val="222222"/>
                </a:solidFill>
                <a:latin typeface="Calibri"/>
              </a:rPr>
              <a:t>• n</a:t>
            </a:r>
          </a:p>
          <a:p>
            <a:r>
              <a:rPr sz="1200" b="0">
                <a:solidFill>
                  <a:srgbClr val="222222"/>
                </a:solidFill>
                <a:latin typeface="Calibri"/>
              </a:rPr>
              <a:t>• g</a:t>
            </a:r>
          </a:p>
          <a:p>
            <a:r>
              <a:rPr sz="1200" b="0">
                <a:solidFill>
                  <a:srgbClr val="222222"/>
                </a:solidFill>
                <a:latin typeface="Calibri"/>
              </a:rPr>
              <a:t>•  </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e</a:t>
            </a:r>
          </a:p>
          <a:p>
            <a:r>
              <a:rPr sz="1200" b="0">
                <a:solidFill>
                  <a:srgbClr val="222222"/>
                </a:solidFill>
                <a:latin typeface="Calibri"/>
              </a:rPr>
              <a:t>• i</a:t>
            </a:r>
          </a:p>
          <a:p>
            <a:r>
              <a:rPr sz="1200" b="0">
                <a:solidFill>
                  <a:srgbClr val="222222"/>
                </a:solidFill>
                <a:latin typeface="Calibri"/>
              </a:rPr>
              <a:t>• r</a:t>
            </a:r>
          </a:p>
          <a:p>
            <a:r>
              <a:rPr sz="1200" b="0">
                <a:solidFill>
                  <a:srgbClr val="222222"/>
                </a:solidFill>
                <a:latin typeface="Calibri"/>
              </a:rPr>
              <a:t>•  </a:t>
            </a:r>
          </a:p>
          <a:p>
            <a:r>
              <a:rPr sz="1200" b="0">
                <a:solidFill>
                  <a:srgbClr val="222222"/>
                </a:solidFill>
                <a:latin typeface="Calibri"/>
              </a:rPr>
              <a:t>• o</a:t>
            </a:r>
          </a:p>
          <a:p>
            <a:r>
              <a:rPr sz="1200" b="0">
                <a:solidFill>
                  <a:srgbClr val="222222"/>
                </a:solidFill>
                <a:latin typeface="Calibri"/>
              </a:rPr>
              <a:t>• v</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a</a:t>
            </a:r>
          </a:p>
          <a:p>
            <a:r>
              <a:rPr sz="1200" b="0">
                <a:solidFill>
                  <a:srgbClr val="222222"/>
                </a:solidFill>
                <a:latin typeface="Calibri"/>
              </a:rPr>
              <a:t>• l</a:t>
            </a:r>
          </a:p>
          <a:p>
            <a:r>
              <a:rPr sz="1200" b="0">
                <a:solidFill>
                  <a:srgbClr val="222222"/>
                </a:solidFill>
                <a:latin typeface="Calibri"/>
              </a:rPr>
              <a:t>• l</a:t>
            </a:r>
          </a:p>
          <a:p>
            <a:r>
              <a:rPr sz="1200" b="0">
                <a:solidFill>
                  <a:srgbClr val="222222"/>
                </a:solidFill>
                <a:latin typeface="Calibri"/>
              </a:rPr>
              <a:t>•  </a:t>
            </a:r>
          </a:p>
          <a:p>
            <a:r>
              <a:rPr sz="1200" b="0">
                <a:solidFill>
                  <a:srgbClr val="222222"/>
                </a:solidFill>
                <a:latin typeface="Calibri"/>
              </a:rPr>
              <a:t>• e</a:t>
            </a:r>
          </a:p>
          <a:p>
            <a:r>
              <a:rPr sz="1200" b="0">
                <a:solidFill>
                  <a:srgbClr val="222222"/>
                </a:solidFill>
                <a:latin typeface="Calibri"/>
              </a:rPr>
              <a:t>• x</a:t>
            </a:r>
          </a:p>
          <a:p>
            <a:r>
              <a:rPr sz="1200" b="0">
                <a:solidFill>
                  <a:srgbClr val="222222"/>
                </a:solidFill>
                <a:latin typeface="Calibri"/>
              </a:rPr>
              <a:t>• p</a:t>
            </a:r>
          </a:p>
          <a:p>
            <a:r>
              <a:rPr sz="1200" b="0">
                <a:solidFill>
                  <a:srgbClr val="222222"/>
                </a:solidFill>
                <a:latin typeface="Calibri"/>
              </a:rPr>
              <a:t>• e</a:t>
            </a:r>
          </a:p>
          <a:p>
            <a:r>
              <a:rPr sz="1200" b="0">
                <a:solidFill>
                  <a:srgbClr val="222222"/>
                </a:solidFill>
                <a:latin typeface="Calibri"/>
              </a:rPr>
              <a:t>• r</a:t>
            </a:r>
          </a:p>
          <a:p>
            <a:r>
              <a:rPr sz="1200" b="0">
                <a:solidFill>
                  <a:srgbClr val="222222"/>
                </a:solidFill>
                <a:latin typeface="Calibri"/>
              </a:rPr>
              <a:t>• i</a:t>
            </a:r>
          </a:p>
          <a:p>
            <a:r>
              <a:rPr sz="1200" b="0">
                <a:solidFill>
                  <a:srgbClr val="222222"/>
                </a:solidFill>
                <a:latin typeface="Calibri"/>
              </a:rPr>
              <a:t>• e</a:t>
            </a:r>
          </a:p>
          <a:p>
            <a:r>
              <a:rPr sz="1200" b="0">
                <a:solidFill>
                  <a:srgbClr val="222222"/>
                </a:solidFill>
                <a:latin typeface="Calibri"/>
              </a:rPr>
              <a:t>• n</a:t>
            </a:r>
          </a:p>
          <a:p>
            <a:r>
              <a:rPr sz="1200" b="0">
                <a:solidFill>
                  <a:srgbClr val="222222"/>
                </a:solidFill>
                <a:latin typeface="Calibri"/>
              </a:rPr>
              <a:t>• c</a:t>
            </a:r>
          </a:p>
          <a:p>
            <a:r>
              <a:rPr sz="1200" b="0">
                <a:solidFill>
                  <a:srgbClr val="222222"/>
                </a:solidFill>
                <a:latin typeface="Calibri"/>
              </a:rPr>
              <a:t>• e</a:t>
            </a:r>
          </a:p>
          <a:p>
            <a:r>
              <a:rPr sz="1200" b="0">
                <a:solidFill>
                  <a:srgbClr val="222222"/>
                </a:solidFill>
                <a:latin typeface="Calibri"/>
              </a:rPr>
              <a:t>•  </a:t>
            </a:r>
          </a:p>
          <a:p>
            <a:r>
              <a:rPr sz="1200" b="0">
                <a:solidFill>
                  <a:srgbClr val="222222"/>
                </a:solidFill>
                <a:latin typeface="Calibri"/>
              </a:rPr>
              <a:t>• w</a:t>
            </a:r>
          </a:p>
          <a:p>
            <a:r>
              <a:rPr sz="1200" b="0">
                <a:solidFill>
                  <a:srgbClr val="222222"/>
                </a:solidFill>
                <a:latin typeface="Calibri"/>
              </a:rPr>
              <a:t>• i</a:t>
            </a:r>
          </a:p>
          <a:p>
            <a:r>
              <a:rPr sz="1200" b="0">
                <a:solidFill>
                  <a:srgbClr val="222222"/>
                </a:solidFill>
                <a:latin typeface="Calibri"/>
              </a:rPr>
              <a:t>• t</a:t>
            </a:r>
          </a:p>
          <a:p>
            <a:r>
              <a:rPr sz="1200" b="0">
                <a:solidFill>
                  <a:srgbClr val="222222"/>
                </a:solidFill>
                <a:latin typeface="Calibri"/>
              </a:rPr>
              <a:t>• h</a:t>
            </a:r>
          </a:p>
          <a:p>
            <a:r>
              <a:rPr sz="1200" b="0">
                <a:solidFill>
                  <a:srgbClr val="222222"/>
                </a:solidFill>
                <a:latin typeface="Calibri"/>
              </a:rPr>
              <a:t>•  </a:t>
            </a:r>
          </a:p>
          <a:p>
            <a:r>
              <a:rPr sz="1200" b="0">
                <a:solidFill>
                  <a:srgbClr val="222222"/>
                </a:solidFill>
                <a:latin typeface="Calibri"/>
              </a:rPr>
              <a:t>• H</a:t>
            </a:r>
          </a:p>
          <a:p>
            <a:r>
              <a:rPr sz="1200" b="0">
                <a:solidFill>
                  <a:srgbClr val="222222"/>
                </a:solidFill>
                <a:latin typeface="Calibri"/>
              </a:rPr>
              <a:t>• P</a:t>
            </a:r>
          </a:p>
          <a:p>
            <a:r>
              <a:rPr sz="1200" b="0">
                <a:solidFill>
                  <a:srgbClr val="222222"/>
                </a:solidFill>
                <a:latin typeface="Calibri"/>
              </a:rPr>
              <a:t>•  </a:t>
            </a:r>
          </a:p>
          <a:p>
            <a:r>
              <a:rPr sz="1200" b="0">
                <a:solidFill>
                  <a:srgbClr val="222222"/>
                </a:solidFill>
                <a:latin typeface="Calibri"/>
              </a:rPr>
              <a:t>• p</a:t>
            </a:r>
          </a:p>
          <a:p>
            <a:r>
              <a:rPr sz="1200" b="0">
                <a:solidFill>
                  <a:srgbClr val="222222"/>
                </a:solidFill>
                <a:latin typeface="Calibri"/>
              </a:rPr>
              <a:t>• r</a:t>
            </a:r>
          </a:p>
          <a:p>
            <a:r>
              <a:rPr sz="1200" b="0">
                <a:solidFill>
                  <a:srgbClr val="222222"/>
                </a:solidFill>
                <a:latin typeface="Calibri"/>
              </a:rPr>
              <a:t>• o</a:t>
            </a:r>
          </a:p>
          <a:p>
            <a:r>
              <a:rPr sz="1200" b="0">
                <a:solidFill>
                  <a:srgbClr val="222222"/>
                </a:solidFill>
                <a:latin typeface="Calibri"/>
              </a:rPr>
              <a:t>• d</a:t>
            </a:r>
          </a:p>
          <a:p>
            <a:r>
              <a:rPr sz="1200" b="0">
                <a:solidFill>
                  <a:srgbClr val="222222"/>
                </a:solidFill>
                <a:latin typeface="Calibri"/>
              </a:rPr>
              <a:t>• u</a:t>
            </a:r>
          </a:p>
          <a:p>
            <a:r>
              <a:rPr sz="1200" b="0">
                <a:solidFill>
                  <a:srgbClr val="222222"/>
                </a:solidFill>
                <a:latin typeface="Calibri"/>
              </a:rPr>
              <a:t>• c</a:t>
            </a:r>
          </a:p>
          <a:p>
            <a:r>
              <a:rPr sz="1200" b="0">
                <a:solidFill>
                  <a:srgbClr val="222222"/>
                </a:solidFill>
                <a:latin typeface="Calibri"/>
              </a:rPr>
              <a:t>• t</a:t>
            </a:r>
          </a:p>
          <a:p>
            <a:r>
              <a:rPr sz="1200" b="0">
                <a:solidFill>
                  <a:srgbClr val="222222"/>
                </a:solidFill>
                <a:latin typeface="Calibri"/>
              </a:rPr>
              <a:t>• s</a:t>
            </a:r>
          </a:p>
          <a:p>
            <a:r>
              <a:rPr sz="1200" b="0">
                <a:solidFill>
                  <a:srgbClr val="222222"/>
                </a:solidFill>
                <a:latin typeface="Calibri"/>
              </a:rPr>
              <a:t>• .</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Suggested bundles to increase deal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914400"/>
            <a:ext cx="8229600" cy="548640"/>
          </a:xfrm>
          <a:prstGeom prst="rect">
            <a:avLst/>
          </a:prstGeom>
          <a:noFill/>
        </p:spPr>
        <p:txBody>
          <a:bodyPr wrap="none">
            <a:spAutoFit/>
          </a:bodyPr>
          <a:lstStyle/>
          <a:p>
            <a:r>
              <a:rPr sz="2200" b="1">
                <a:solidFill>
                  <a:srgbClr val="004279"/>
                </a:solidFill>
                <a:latin typeface="Calibri"/>
              </a:rPr>
              <a:t>Next Steps &amp; Call to Action</a:t>
            </a:r>
          </a:p>
        </p:txBody>
      </p:sp>
      <p:sp>
        <p:nvSpPr>
          <p:cNvPr id="3" name="TextBox 2"/>
          <p:cNvSpPr txBox="1"/>
          <p:nvPr/>
        </p:nvSpPr>
        <p:spPr>
          <a:xfrm>
            <a:off x="548640" y="1463040"/>
            <a:ext cx="8229600" cy="2560320"/>
          </a:xfrm>
          <a:prstGeom prst="rect">
            <a:avLst/>
          </a:prstGeom>
          <a:noFill/>
        </p:spPr>
        <p:txBody>
          <a:bodyPr wrap="none">
            <a:spAutoFit/>
          </a:bodyPr>
          <a:lstStyle/>
          <a:p>
            <a:r>
              <a:rPr sz="1200" b="0">
                <a:solidFill>
                  <a:srgbClr val="222222"/>
                </a:solidFill>
                <a:latin typeface="Calibri"/>
              </a:rPr>
              <a:t>1) Confirm shortlist and configuration</a:t>
            </a:r>
          </a:p>
          <a:p>
            <a:r>
              <a:t>2) Request formal quote and lead time</a:t>
            </a:r>
          </a:p>
          <a:p>
            <a:r>
              <a:t>3) Schedule an on-site demo or workshop</a:t>
            </a:r>
          </a:p>
          <a:p/>
          <a:p>
            <a:r>
              <a:t>Contact: HP Sales Representative</a:t>
            </a:r>
          </a:p>
        </p:txBody>
      </p:sp>
      <p:sp>
        <p:nvSpPr>
          <p:cNvPr id="4" name="TextBox 3"/>
          <p:cNvSpPr txBox="1"/>
          <p:nvPr/>
        </p:nvSpPr>
        <p:spPr>
          <a:xfrm>
            <a:off x="548640" y="6400800"/>
            <a:ext cx="8229600" cy="45720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